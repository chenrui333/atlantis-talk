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qNP3dQwWJa3eqjQerVHQaXVmd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5"/>
    <p:restoredTop sz="94726"/>
  </p:normalViewPr>
  <p:slideViewPr>
    <p:cSldViewPr snapToGrid="0">
      <p:cViewPr varScale="1">
        <p:scale>
          <a:sx n="165" d="100"/>
          <a:sy n="165" d="100"/>
        </p:scale>
        <p:origin x="40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83E4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1" name="Google Shape;11;p12" descr="A green cityscape with a glob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 l="7975" r="3180"/>
            <a:stretch/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2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/>
          <p:nvPr/>
        </p:nvSpPr>
        <p:spPr>
          <a:xfrm>
            <a:off x="4572000" y="178532"/>
            <a:ext cx="425506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"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en" sz="1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KubeCon</a:t>
            </a:r>
            <a:r>
              <a:rPr lang="en"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#</a:t>
            </a:r>
            <a:r>
              <a:rPr lang="en" sz="1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CloudNativeCon</a:t>
            </a:r>
            <a:br>
              <a:rPr lang="en"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OpenInfraSummit</a:t>
            </a:r>
            <a:r>
              <a:rPr lang="en-GB" sz="1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#</a:t>
            </a:r>
            <a:r>
              <a:rPr lang="en-GB" sz="1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PyTorchCon</a:t>
            </a:r>
            <a:endParaRPr sz="1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26DCC9B-2A07-45D4-4017-DC6D471084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83E4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0" y="0"/>
            <a:ext cx="9144000" cy="5146062"/>
            <a:chOff x="0" y="0"/>
            <a:chExt cx="9144000" cy="5146062"/>
          </a:xfrm>
        </p:grpSpPr>
        <p:pic>
          <p:nvPicPr>
            <p:cNvPr id="19" name="Google Shape;19;p13" descr="A green cityscape with a globe&#10;&#10;Description automatically generated"/>
            <p:cNvPicPr preferRelativeResize="0"/>
            <p:nvPr/>
          </p:nvPicPr>
          <p:blipFill rotWithShape="1">
            <a:blip r:embed="rId2">
              <a:alphaModFix/>
            </a:blip>
            <a:srcRect l="7975" r="3180"/>
            <a:stretch/>
          </p:blipFill>
          <p:spPr>
            <a:xfrm>
              <a:off x="0" y="0"/>
              <a:ext cx="9144000" cy="51460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2531700"/>
              <a:ext cx="1312500" cy="964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E2330E7-5222-0892-9C8D-9687A11B43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83E4F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6" name="Google Shape;26;p14"/>
          <p:cNvGrpSpPr/>
          <p:nvPr/>
        </p:nvGrpSpPr>
        <p:grpSpPr>
          <a:xfrm>
            <a:off x="0" y="2998599"/>
            <a:ext cx="9144000" cy="2144901"/>
            <a:chOff x="100484" y="3022169"/>
            <a:chExt cx="9043516" cy="2121331"/>
          </a:xfrm>
        </p:grpSpPr>
        <p:pic>
          <p:nvPicPr>
            <p:cNvPr id="27" name="Google Shape;27;p14"/>
            <p:cNvPicPr preferRelativeResize="0"/>
            <p:nvPr/>
          </p:nvPicPr>
          <p:blipFill rotWithShape="1">
            <a:blip r:embed="rId2">
              <a:alphaModFix/>
            </a:blip>
            <a:srcRect r="14460"/>
            <a:stretch/>
          </p:blipFill>
          <p:spPr>
            <a:xfrm>
              <a:off x="2785997" y="3022169"/>
              <a:ext cx="6358003" cy="21213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14"/>
            <p:cNvPicPr preferRelativeResize="0"/>
            <p:nvPr/>
          </p:nvPicPr>
          <p:blipFill rotWithShape="1">
            <a:blip r:embed="rId3">
              <a:alphaModFix/>
            </a:blip>
            <a:srcRect l="64144"/>
            <a:stretch/>
          </p:blipFill>
          <p:spPr>
            <a:xfrm>
              <a:off x="100484" y="4082834"/>
              <a:ext cx="2685514" cy="10606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53859CBE-6B18-D927-EE94-D8A879AB2F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83E4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2" name="Google Shape;3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5"/>
          <p:cNvPicPr preferRelativeResize="0"/>
          <p:nvPr/>
        </p:nvPicPr>
        <p:blipFill rotWithShape="1">
          <a:blip r:embed="rId2">
            <a:alphaModFix/>
          </a:blip>
          <a:srcRect l="41002" b="9974"/>
          <a:stretch/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3">
            <a:alphaModFix/>
          </a:blip>
          <a:srcRect t="40037" r="35395" b="24793"/>
          <a:stretch/>
        </p:blipFill>
        <p:spPr>
          <a:xfrm>
            <a:off x="5890451" y="-1"/>
            <a:ext cx="32535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D0016DEC-A700-C8D3-8ED7-2F40D152C3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214" y="179487"/>
            <a:ext cx="4266509" cy="6977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854D43B-6AB1-147E-1BEF-3B7B8CA552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83E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11701" y="0"/>
            <a:ext cx="5152398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D78742C-108D-9408-D6DB-E8F8B8A07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4781" y="271117"/>
            <a:ext cx="3198536" cy="523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E44EE6-2B97-D0C3-B694-1E87082403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83E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85FDC8E-54F0-6F05-42EE-9D2C823888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E1DFC6C-6771-8459-E441-CFAEECF17A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00" y="4612899"/>
            <a:ext cx="2323131" cy="37995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317" y="0"/>
            <a:ext cx="916663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BD2A404-4005-F016-A8A5-790A1FBDB8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13" y="178511"/>
            <a:ext cx="4255065" cy="69592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endParaRPr/>
          </a:p>
        </p:txBody>
      </p:sp>
      <p:sp>
        <p:nvSpPr>
          <p:cNvPr id="68" name="Google Shape;68;p1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96" name="Google Shape;96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SSNA24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83E4F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OSSNA24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Lewis Haywood</cp:lastModifiedBy>
  <cp:revision>6</cp:revision>
  <dcterms:modified xsi:type="dcterms:W3CDTF">2026-01-09T15:34:43Z</dcterms:modified>
</cp:coreProperties>
</file>