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Masters/conference_slideMaster1.xml" ContentType="application/vnd.openxmlformats-officedocument.presentationml.slideMaster+xml"/>
  <Override PartName="/ppt/theme/conference_theme1.xml" ContentType="application/vnd.openxmlformats-officedocument.theme+xml"/>
  <Override PartName="/ppt/slideLayouts/conference_slideLayout1.xml" ContentType="application/vnd.openxmlformats-officedocument.presentationml.slideLayout+xml"/>
  <Override PartName="/ppt/slideLayouts/conference_slideLayout2.xml" ContentType="application/vnd.openxmlformats-officedocument.presentationml.slideLayout+xml"/>
  <Override PartName="/ppt/slideLayouts/conference_slideLayout3.xml" ContentType="application/vnd.openxmlformats-officedocument.presentationml.slideLayout+xml"/>
  <Override PartName="/ppt/slideLayouts/conference_slideLayout4.xml" ContentType="application/vnd.openxmlformats-officedocument.presentationml.slideLayout+xml"/>
  <Override PartName="/ppt/slideLayouts/conference_slideLayout5.xml" ContentType="application/vnd.openxmlformats-officedocument.presentationml.slideLayout+xml"/>
  <Override PartName="/ppt/slideLayouts/conference_slideLayout6.xml" ContentType="application/vnd.openxmlformats-officedocument.presentationml.slideLayout+xml"/>
  <Override PartName="/ppt/slideLayouts/conference_slideLayout7.xml" ContentType="application/vnd.openxmlformats-officedocument.presentationml.slideLayout+xml"/>
  <Override PartName="/ppt/slideLayouts/conference_slideLayout8.xml" ContentType="application/vnd.openxmlformats-officedocument.presentationml.slideLayout+xml"/>
  <Override PartName="/ppt/slideLayouts/conference_slideLayout9.xml" ContentType="application/vnd.openxmlformats-officedocument.presentationml.slideLayout+xml"/>
  <Override PartName="/ppt/slideLayouts/conference_slideLayout10.xml" ContentType="application/vnd.openxmlformats-officedocument.presentationml.slideLayout+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conference_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0:00–0:15 (15 seconds)
Spoken words: 22
Cue: Start with the definition.
Hi, I'm Rui, an Atlantis maintainer. Atlantis is an open-source service that runs Terraform and OpenTofu plans and applies from pull requests.
Transition: Advance after the final sentence.
Emergency cuts: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0:15–0:35 (20 seconds)
Spoken words: 39
Cue: Point to the missing plan and result.
Many teams already automate infrastructure. But if your workflow ends with someone running a command from a laptop, the reviewer may see the code without seeing the plan or the result. Atlantis brings those parts into the same conversation.
Transition: Advance after the final sentence.
Emergency cuts: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0:35–1:10 (35 seconds)
Spoken words: 57
Cue: Trace the webhook and return arrow.
A developer opens a pull request. The Git host sends a webhook to Atlantis, a service your team hosts. Atlantis detects affected projects and runs a plan using Terraform or OpenTofu. The plan describes the proposed infrastructure changes. Atlantis posts the result back to the pull request, so reviewers can read the code and the plan together.
Transition: Advance after the final sentence.
Emergency cuts: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1:10–1:40 (30 seconds)
Spoken words: 44
Cue: Review stays in Git; execution runs on Atlantis.
After review, an authorized engineer comments atlantis apply. Atlantis checks the requirements your platform team configured, then runs the apply and reports the result. Terraform or OpenTofu still talks to provider APIs and uses your state backend. Atlantis coordinates the workflow around those tools.
Transition: Advance after the final sentence.
Emergency cuts: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1:40–2:30 (50 seconds)
Spoken words: 104
Cue: Walk the PR rows. A small plan still needs review.
Here is a simplified example: increase a database's capacity. Atlantis posts a plan: zero resources to add, one to change, zero to destroy. That one change still deserves attention. For a database, that could include downtime, connection limits, and the cost change. The reviewer reads the full plan and checks the operational impact, then approves the pull request. I comment atlantis apply, and the bot reports completion. In this workflow, we apply before merging. If the apply fails, we can fix the change in the same pull request and try again. That is the experience to remember: review infrastructure where you already review code.
Transition: Advance after the final sentence.
Emergency cuts:
If the apply fails, we can fix the change in the same pull request and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2:30–2:55 (25 seconds)
Spoken words: 39
Cue: Git → execution → optional policy and cost context.
Atlantis connects your Git host to Terraform or OpenTofu. Terragrunt can run through custom workflows. Optional Conftest checks evaluate policy against the plan. Infracost can add cost estimates through a workflow integration. These give reviewers more context before execution.
Transition: Advance after the final sentence.
Emergency cuts: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2:55–3:15 (20 seconds)
Spoken words: 34
Cue: Hosting choices differ from managed infrastructure.
For deployment, choose Kubernetes with Helm, containers, or a server. The docs include AWS Fargate, Google Cloud, and Azure options. This is where Atlantis runs; Terraform and OpenTofu providers determine what infrastructure it manages.
Transition: Advance after the final sentence.
Emergency cuts: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3:15–3:45 (30 seconds)
Spoken words: 56
Cue: One historical survey; point to the three findings.
The project's twenty twenty-four survey received three hundred fifty-four responses. GitHub led, with a sizeable GitLab group, followed by Bitbucket and others. Terraform dominated; about half also used Terragrunt, and OpenTofu was gaining ground. Kubernetes and AWS were common deployment environments. These are community responses, not market share. The full results are in the project's blog.
Transition: Advance after the final sentence.
Emergency cuts: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3:45–4:05 (20 seconds)
Spoken words: 42
Cue: Draft direction, not a release announcement.
The team is also planning for one point zero. The draft proposal emphasizes stability, backwards compatibility, and clearer versioning for breaking changes. This is a planning discussion, not a released version or a promised date. The pull-request workflow remains the starting point.
Transition: Advance after the final sentence.
Emergency cuts: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4:05–4:35 (30 seconds)
Spoken words: 52
Cue: Point to the URL, then land the final four phrases.
Atlantis is a CNCF Sandbox project. Visit runatlantis dot io for the getting-started guide, or find the code and contribution guide on GitHub. Start with one repository and one infrastructure change. Bring your team's review rules into that workflow. Infrastructure is code. Plan it. Review it. Apply it. From the pull request.
Transition: Hold the closing slide.
Emergency cuts:
Start with one repository and one infrastructure change.
Bring your team's review rules into that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conference_slideLayout1.xml.rels><?xml version="1.0" encoding="utf-8"?><Relationships xmlns="http://schemas.openxmlformats.org/package/2006/relationships"><Relationship Id="rId3" Type="http://schemas.openxmlformats.org/officeDocument/2006/relationships/image" Target="../media/conference_image2.png"/><Relationship Id="rId2" Type="http://schemas.openxmlformats.org/officeDocument/2006/relationships/image" Target="../media/conference_image1.png"/><Relationship Id="rId1" Type="http://schemas.openxmlformats.org/officeDocument/2006/relationships/slideMaster" Target="../slideMasters/conference_slideMaster1.xml"/><Relationship Id="rId4" Type="http://schemas.openxmlformats.org/officeDocument/2006/relationships/image" Target="../media/conference_image3.svg"/></Relationships>
</file>

<file path=ppt/slideLayouts/_rels/conference_slideLayout2.xml.rels><?xml version="1.0" encoding="utf-8"?><Relationships xmlns="http://schemas.openxmlformats.org/package/2006/relationships"><Relationship Id="rId3" Type="http://schemas.openxmlformats.org/officeDocument/2006/relationships/image" Target="../media/conference_image2.png"/><Relationship Id="rId2" Type="http://schemas.openxmlformats.org/officeDocument/2006/relationships/image" Target="../media/conference_image1.png"/><Relationship Id="rId1" Type="http://schemas.openxmlformats.org/officeDocument/2006/relationships/slideMaster" Target="../slideMasters/conference_slideMaster1.xml"/><Relationship Id="rId4" Type="http://schemas.openxmlformats.org/officeDocument/2006/relationships/image" Target="../media/conference_image3.svg"/></Relationships>
</file>

<file path=ppt/slideLayouts/_rels/conference_slideLayout3.xml.rels><?xml version="1.0" encoding="utf-8"?><Relationships xmlns="http://schemas.openxmlformats.org/package/2006/relationships"><Relationship Id="rId3" Type="http://schemas.openxmlformats.org/officeDocument/2006/relationships/image" Target="../media/conference_image5.png"/><Relationship Id="rId2" Type="http://schemas.openxmlformats.org/officeDocument/2006/relationships/image" Target="../media/conference_image4.png"/><Relationship Id="rId1" Type="http://schemas.openxmlformats.org/officeDocument/2006/relationships/slideMaster" Target="../slideMasters/conference_slideMaster1.xml"/><Relationship Id="rId5" Type="http://schemas.openxmlformats.org/officeDocument/2006/relationships/image" Target="../media/conference_image3.svg"/><Relationship Id="rId4" Type="http://schemas.openxmlformats.org/officeDocument/2006/relationships/image" Target="../media/conference_image2.png"/></Relationships>
</file>

<file path=ppt/slideLayouts/_rels/conference_slideLayout4.xml.rels><?xml version="1.0" encoding="utf-8"?><Relationships xmlns="http://schemas.openxmlformats.org/package/2006/relationships"><Relationship Id="rId3" Type="http://schemas.openxmlformats.org/officeDocument/2006/relationships/image" Target="../media/conference_image7.png"/><Relationship Id="rId2" Type="http://schemas.openxmlformats.org/officeDocument/2006/relationships/image" Target="../media/conference_image6.png"/><Relationship Id="rId1" Type="http://schemas.openxmlformats.org/officeDocument/2006/relationships/slideMaster" Target="../slideMasters/conference_slideMaster1.xml"/><Relationship Id="rId5" Type="http://schemas.openxmlformats.org/officeDocument/2006/relationships/image" Target="../media/conference_image3.svg"/><Relationship Id="rId4" Type="http://schemas.openxmlformats.org/officeDocument/2006/relationships/image" Target="../media/conference_image2.png"/></Relationships>
</file>

<file path=ppt/slideLayouts/_rels/conference_slideLayout5.xml.rels><?xml version="1.0" encoding="utf-8"?><Relationships xmlns="http://schemas.openxmlformats.org/package/2006/relationships"><Relationship Id="rId3" Type="http://schemas.openxmlformats.org/officeDocument/2006/relationships/image" Target="../media/conference_image9.svg"/><Relationship Id="rId2" Type="http://schemas.openxmlformats.org/officeDocument/2006/relationships/image" Target="../media/conference_image8.png"/><Relationship Id="rId1" Type="http://schemas.openxmlformats.org/officeDocument/2006/relationships/slideMaster" Target="../slideMasters/conference_slideMaster1.xml"/></Relationships>
</file>

<file path=ppt/slideLayouts/_rels/conference_slideLayout6.xml.rels><?xml version="1.0" encoding="utf-8"?><Relationships xmlns="http://schemas.openxmlformats.org/package/2006/relationships"><Relationship Id="rId3" Type="http://schemas.openxmlformats.org/officeDocument/2006/relationships/image" Target="../media/conference_image3.svg"/><Relationship Id="rId2" Type="http://schemas.openxmlformats.org/officeDocument/2006/relationships/image" Target="../media/conference_image2.png"/><Relationship Id="rId1" Type="http://schemas.openxmlformats.org/officeDocument/2006/relationships/slideMaster" Target="../slideMasters/conference_slideMaster1.xml"/></Relationships>
</file>

<file path=ppt/slideLayouts/_rels/conference_slideLayout7.xml.rels><?xml version="1.0" encoding="utf-8"?><Relationships xmlns="http://schemas.openxmlformats.org/package/2006/relationships"><Relationship Id="rId3" Type="http://schemas.openxmlformats.org/officeDocument/2006/relationships/image" Target="../media/conference_image9.svg"/><Relationship Id="rId2" Type="http://schemas.openxmlformats.org/officeDocument/2006/relationships/image" Target="../media/conference_image8.png"/><Relationship Id="rId1" Type="http://schemas.openxmlformats.org/officeDocument/2006/relationships/slideMaster" Target="../slideMasters/conference_slideMaster1.xml"/></Relationships>
</file>

<file path=ppt/slideLayouts/_rels/conference_slideLayout8.xml.rels><?xml version="1.0" encoding="utf-8"?><Relationships xmlns="http://schemas.openxmlformats.org/package/2006/relationships"><Relationship Id="rId3" Type="http://schemas.openxmlformats.org/officeDocument/2006/relationships/image" Target="../media/conference_image9.svg"/><Relationship Id="rId2" Type="http://schemas.openxmlformats.org/officeDocument/2006/relationships/image" Target="../media/conference_image8.png"/><Relationship Id="rId1" Type="http://schemas.openxmlformats.org/officeDocument/2006/relationships/slideMaster" Target="../slideMasters/conference_slideMaster1.xml"/></Relationships>
</file>

<file path=ppt/slideLayouts/_rels/conference_slideLayout9.xml.rels><?xml version="1.0" encoding="utf-8"?><Relationships xmlns="http://schemas.openxmlformats.org/package/2006/relationships"><Relationship Id="rId3" Type="http://schemas.openxmlformats.org/officeDocument/2006/relationships/image" Target="../media/conference_image9.svg"/><Relationship Id="rId2" Type="http://schemas.openxmlformats.org/officeDocument/2006/relationships/image" Target="../media/conference_image8.png"/><Relationship Id="rId1" Type="http://schemas.openxmlformats.org/officeDocument/2006/relationships/slideMaster" Target="../slideMasters/conference_slideMaster1.xml"/></Relationships>
</file>

<file path=ppt/slideLayouts/_rels/conference_slideLayout10.xml.rels><?xml version="1.0" encoding="utf-8"?><Relationships xmlns="http://schemas.openxmlformats.org/package/2006/relationships"><Relationship Id="rId3" Type="http://schemas.openxmlformats.org/officeDocument/2006/relationships/image" Target="../media/conference_image2.png"/><Relationship Id="rId2" Type="http://schemas.openxmlformats.org/officeDocument/2006/relationships/image" Target="../media/conference_image10.png"/><Relationship Id="rId1" Type="http://schemas.openxmlformats.org/officeDocument/2006/relationships/slideMaster" Target="../slideMasters/conference_slideMaster1.xml"/><Relationship Id="rId4" Type="http://schemas.openxmlformats.org/officeDocument/2006/relationships/image" Target="../media/conference_image3.svg"/></Relationships>
</file>

<file path=ppt/slideLayouts/conference_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83E4F"/>
        </a:solidFill>
        <a:effectLst/>
      </p:bgPr>
    </p:bg>
    <p:spTree>
      <p:nvGrpSpPr>
        <p:cNvPr id="1" name="Shape 9"/>
        <p:cNvGrpSpPr/>
        <p:nvPr/>
      </p:nvGrpSpPr>
      <p:grpSpPr>
        <a:xfrm>
          <a:off x="0" y="0"/>
          <a:ext cx="0" cy="0"/>
          <a:chOff x="0" y="0"/>
          <a:chExt cx="0" cy="0"/>
        </a:xfrm>
      </p:grpSpPr>
      <p:grpSp>
        <p:nvGrpSpPr>
          <p:cNvPr id="10" name="Google Shape;10;p12"/>
          <p:cNvGrpSpPr/>
          <p:nvPr/>
        </p:nvGrpSpPr>
        <p:grpSpPr>
          <a:xfrm>
            <a:off x="0" y="0"/>
            <a:ext cx="12192000" cy="6861416"/>
            <a:chOff x="0" y="0"/>
            <a:chExt cx="12192000" cy="6861416"/>
          </a:xfrm>
        </p:grpSpPr>
        <p:pic>
          <p:nvPicPr>
            <p:cNvPr id="11" name="Google Shape;11;p12" descr="A green cityscape with a globe&#10;&#10;Description automatically generated"/>
            <p:cNvPicPr preferRelativeResize="0"/>
            <p:nvPr/>
          </p:nvPicPr>
          <p:blipFill rotWithShape="1">
            <a:blip r:embed="rId2">
              <a:alphaModFix/>
            </a:blip>
            <a:srcRect l="7975" r="3180"/>
            <a:stretch/>
          </p:blipFill>
          <p:spPr>
            <a:xfrm>
              <a:off x="0" y="0"/>
              <a:ext cx="12192000" cy="6861416"/>
            </a:xfrm>
            <a:prstGeom prst="rect">
              <a:avLst/>
            </a:prstGeom>
            <a:noFill/>
            <a:ln>
              <a:noFill/>
            </a:ln>
          </p:spPr>
        </p:pic>
        <p:sp>
          <p:nvSpPr>
            <p:cNvPr id="12" name="Google Shape;12;p12"/>
            <p:cNvSpPr/>
            <p:nvPr/>
          </p:nvSpPr>
          <p:spPr>
            <a:xfrm>
              <a:off x="0" y="3375600"/>
              <a:ext cx="1750000" cy="128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a:p>
          </p:txBody>
        </p:sp>
      </p:grpSp>
      <p:sp>
        <p:nvSpPr>
          <p:cNvPr id="13" name="Google Shape;13;p12"/>
          <p:cNvSpPr txBox="1">
            <a:spLocks noGrp="1"/>
          </p:cNvSpPr>
          <p:nvPr>
            <p:ph type="ctrTitle"/>
          </p:nvPr>
        </p:nvSpPr>
        <p:spPr>
          <a:xfrm>
            <a:off x="414953" y="1668595"/>
            <a:ext cx="10680268" cy="194023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400"/>
              <a:buNone/>
              <a:defRPr sz="6400" b="1" i="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6400"/>
              <a:buNone/>
              <a:defRPr sz="6400">
                <a:solidFill>
                  <a:schemeClr val="lt1"/>
                </a:solidFill>
              </a:defRPr>
            </a:lvl2pPr>
            <a:lvl3pPr lvl="2" algn="ctr">
              <a:lnSpc>
                <a:spcPct val="100000"/>
              </a:lnSpc>
              <a:spcBef>
                <a:spcPts val="0"/>
              </a:spcBef>
              <a:spcAft>
                <a:spcPts val="0"/>
              </a:spcAft>
              <a:buClr>
                <a:schemeClr val="lt1"/>
              </a:buClr>
              <a:buSzPts val="6400"/>
              <a:buNone/>
              <a:defRPr sz="6400">
                <a:solidFill>
                  <a:schemeClr val="lt1"/>
                </a:solidFill>
              </a:defRPr>
            </a:lvl3pPr>
            <a:lvl4pPr lvl="3" algn="ctr">
              <a:lnSpc>
                <a:spcPct val="100000"/>
              </a:lnSpc>
              <a:spcBef>
                <a:spcPts val="0"/>
              </a:spcBef>
              <a:spcAft>
                <a:spcPts val="0"/>
              </a:spcAft>
              <a:buClr>
                <a:schemeClr val="lt1"/>
              </a:buClr>
              <a:buSzPts val="6400"/>
              <a:buNone/>
              <a:defRPr sz="6400">
                <a:solidFill>
                  <a:schemeClr val="lt1"/>
                </a:solidFill>
              </a:defRPr>
            </a:lvl4pPr>
            <a:lvl5pPr lvl="4" algn="ctr">
              <a:lnSpc>
                <a:spcPct val="100000"/>
              </a:lnSpc>
              <a:spcBef>
                <a:spcPts val="0"/>
              </a:spcBef>
              <a:spcAft>
                <a:spcPts val="0"/>
              </a:spcAft>
              <a:buClr>
                <a:schemeClr val="lt1"/>
              </a:buClr>
              <a:buSzPts val="6400"/>
              <a:buNone/>
              <a:defRPr sz="6400">
                <a:solidFill>
                  <a:schemeClr val="lt1"/>
                </a:solidFill>
              </a:defRPr>
            </a:lvl5pPr>
            <a:lvl6pPr lvl="5" algn="ctr">
              <a:lnSpc>
                <a:spcPct val="100000"/>
              </a:lnSpc>
              <a:spcBef>
                <a:spcPts val="0"/>
              </a:spcBef>
              <a:spcAft>
                <a:spcPts val="0"/>
              </a:spcAft>
              <a:buClr>
                <a:schemeClr val="lt1"/>
              </a:buClr>
              <a:buSzPts val="6400"/>
              <a:buNone/>
              <a:defRPr sz="6400">
                <a:solidFill>
                  <a:schemeClr val="lt1"/>
                </a:solidFill>
              </a:defRPr>
            </a:lvl6pPr>
            <a:lvl7pPr lvl="6" algn="ctr">
              <a:lnSpc>
                <a:spcPct val="100000"/>
              </a:lnSpc>
              <a:spcBef>
                <a:spcPts val="0"/>
              </a:spcBef>
              <a:spcAft>
                <a:spcPts val="0"/>
              </a:spcAft>
              <a:buClr>
                <a:schemeClr val="lt1"/>
              </a:buClr>
              <a:buSzPts val="6400"/>
              <a:buNone/>
              <a:defRPr sz="6400">
                <a:solidFill>
                  <a:schemeClr val="lt1"/>
                </a:solidFill>
              </a:defRPr>
            </a:lvl7pPr>
            <a:lvl8pPr lvl="7" algn="ctr">
              <a:lnSpc>
                <a:spcPct val="100000"/>
              </a:lnSpc>
              <a:spcBef>
                <a:spcPts val="0"/>
              </a:spcBef>
              <a:spcAft>
                <a:spcPts val="0"/>
              </a:spcAft>
              <a:buClr>
                <a:schemeClr val="lt1"/>
              </a:buClr>
              <a:buSzPts val="6400"/>
              <a:buNone/>
              <a:defRPr sz="6400">
                <a:solidFill>
                  <a:schemeClr val="lt1"/>
                </a:solidFill>
              </a:defRPr>
            </a:lvl8pPr>
            <a:lvl9pPr lvl="8" algn="ctr">
              <a:lnSpc>
                <a:spcPct val="100000"/>
              </a:lnSpc>
              <a:spcBef>
                <a:spcPts val="0"/>
              </a:spcBef>
              <a:spcAft>
                <a:spcPts val="0"/>
              </a:spcAft>
              <a:buClr>
                <a:schemeClr val="lt1"/>
              </a:buClr>
              <a:buSzPts val="6400"/>
              <a:buNone/>
              <a:defRPr sz="6400">
                <a:solidFill>
                  <a:schemeClr val="lt1"/>
                </a:solidFill>
              </a:defRPr>
            </a:lvl9pPr>
          </a:lstStyle>
          <a:p>
            <a:endParaRPr/>
          </a:p>
        </p:txBody>
      </p:sp>
      <p:sp>
        <p:nvSpPr>
          <p:cNvPr id="14" name="Google Shape;14;p12"/>
          <p:cNvSpPr txBox="1">
            <a:spLocks noGrp="1"/>
          </p:cNvSpPr>
          <p:nvPr>
            <p:ph type="subTitle" idx="1"/>
          </p:nvPr>
        </p:nvSpPr>
        <p:spPr>
          <a:xfrm>
            <a:off x="414952" y="3608832"/>
            <a:ext cx="10680268" cy="812339"/>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3733"/>
              <a:buNone/>
              <a:defRPr sz="3733" b="1" i="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3733"/>
              <a:buNone/>
              <a:defRPr sz="3733">
                <a:solidFill>
                  <a:schemeClr val="lt1"/>
                </a:solidFill>
              </a:defRPr>
            </a:lvl2pPr>
            <a:lvl3pPr lvl="2" algn="ctr">
              <a:lnSpc>
                <a:spcPct val="100000"/>
              </a:lnSpc>
              <a:spcBef>
                <a:spcPts val="0"/>
              </a:spcBef>
              <a:spcAft>
                <a:spcPts val="0"/>
              </a:spcAft>
              <a:buClr>
                <a:schemeClr val="lt1"/>
              </a:buClr>
              <a:buSzPts val="3733"/>
              <a:buNone/>
              <a:defRPr sz="3733">
                <a:solidFill>
                  <a:schemeClr val="lt1"/>
                </a:solidFill>
              </a:defRPr>
            </a:lvl3pPr>
            <a:lvl4pPr lvl="3" algn="ctr">
              <a:lnSpc>
                <a:spcPct val="100000"/>
              </a:lnSpc>
              <a:spcBef>
                <a:spcPts val="0"/>
              </a:spcBef>
              <a:spcAft>
                <a:spcPts val="0"/>
              </a:spcAft>
              <a:buClr>
                <a:schemeClr val="lt1"/>
              </a:buClr>
              <a:buSzPts val="3733"/>
              <a:buNone/>
              <a:defRPr sz="3733">
                <a:solidFill>
                  <a:schemeClr val="lt1"/>
                </a:solidFill>
              </a:defRPr>
            </a:lvl4pPr>
            <a:lvl5pPr lvl="4" algn="ctr">
              <a:lnSpc>
                <a:spcPct val="100000"/>
              </a:lnSpc>
              <a:spcBef>
                <a:spcPts val="0"/>
              </a:spcBef>
              <a:spcAft>
                <a:spcPts val="0"/>
              </a:spcAft>
              <a:buClr>
                <a:schemeClr val="lt1"/>
              </a:buClr>
              <a:buSzPts val="3733"/>
              <a:buNone/>
              <a:defRPr sz="3733">
                <a:solidFill>
                  <a:schemeClr val="lt1"/>
                </a:solidFill>
              </a:defRPr>
            </a:lvl5pPr>
            <a:lvl6pPr lvl="5" algn="ctr">
              <a:lnSpc>
                <a:spcPct val="100000"/>
              </a:lnSpc>
              <a:spcBef>
                <a:spcPts val="0"/>
              </a:spcBef>
              <a:spcAft>
                <a:spcPts val="0"/>
              </a:spcAft>
              <a:buClr>
                <a:schemeClr val="lt1"/>
              </a:buClr>
              <a:buSzPts val="3733"/>
              <a:buNone/>
              <a:defRPr sz="3733">
                <a:solidFill>
                  <a:schemeClr val="lt1"/>
                </a:solidFill>
              </a:defRPr>
            </a:lvl6pPr>
            <a:lvl7pPr lvl="6" algn="ctr">
              <a:lnSpc>
                <a:spcPct val="100000"/>
              </a:lnSpc>
              <a:spcBef>
                <a:spcPts val="0"/>
              </a:spcBef>
              <a:spcAft>
                <a:spcPts val="0"/>
              </a:spcAft>
              <a:buClr>
                <a:schemeClr val="lt1"/>
              </a:buClr>
              <a:buSzPts val="3733"/>
              <a:buNone/>
              <a:defRPr sz="3733">
                <a:solidFill>
                  <a:schemeClr val="lt1"/>
                </a:solidFill>
              </a:defRPr>
            </a:lvl7pPr>
            <a:lvl8pPr lvl="7" algn="ctr">
              <a:lnSpc>
                <a:spcPct val="100000"/>
              </a:lnSpc>
              <a:spcBef>
                <a:spcPts val="0"/>
              </a:spcBef>
              <a:spcAft>
                <a:spcPts val="0"/>
              </a:spcAft>
              <a:buClr>
                <a:schemeClr val="lt1"/>
              </a:buClr>
              <a:buSzPts val="3733"/>
              <a:buNone/>
              <a:defRPr sz="3733">
                <a:solidFill>
                  <a:schemeClr val="lt1"/>
                </a:solidFill>
              </a:defRPr>
            </a:lvl8pPr>
            <a:lvl9pPr lvl="8" algn="ctr">
              <a:lnSpc>
                <a:spcPct val="100000"/>
              </a:lnSpc>
              <a:spcBef>
                <a:spcPts val="0"/>
              </a:spcBef>
              <a:spcAft>
                <a:spcPts val="0"/>
              </a:spcAft>
              <a:buClr>
                <a:schemeClr val="lt1"/>
              </a:buClr>
              <a:buSzPts val="3733"/>
              <a:buNone/>
              <a:defRPr sz="3733">
                <a:solidFill>
                  <a:schemeClr val="lt1"/>
                </a:solidFill>
              </a:defRPr>
            </a:lvl9pPr>
          </a:lstStyle>
          <a:p>
            <a:endParaRPr/>
          </a:p>
        </p:txBody>
      </p:sp>
      <p:sp>
        <p:nvSpPr>
          <p:cNvPr id="15" name="Google Shape;15;p12"/>
          <p:cNvSpPr txBox="1"/>
          <p:nvPr/>
        </p:nvSpPr>
        <p:spPr>
          <a:xfrm>
            <a:off x="6096000" y="238043"/>
            <a:ext cx="5673420" cy="615499"/>
          </a:xfrm>
          <a:prstGeom prst="rect">
            <a:avLst/>
          </a:prstGeom>
          <a:noFill/>
          <a:ln>
            <a:noFill/>
          </a:ln>
        </p:spPr>
        <p:txBody>
          <a:bodyPr spcFirstLastPara="1" wrap="square" lIns="121900" tIns="60933" rIns="121900" bIns="60933" anchor="t" anchorCtr="0">
            <a:spAutoFit/>
          </a:bodyPr>
          <a:lstStyle/>
          <a:p>
            <a:pPr marL="0" marR="0" lvl="0" indent="0" algn="r" defTabSz="1219200" rtl="0" eaLnBrk="1" fontAlgn="auto" latinLnBrk="0" hangingPunct="1">
              <a:lnSpc>
                <a:spcPct val="100000"/>
              </a:lnSpc>
              <a:spcBef>
                <a:spcPts val="0"/>
              </a:spcBef>
              <a:spcAft>
                <a:spcPts val="0"/>
              </a:spcAft>
              <a:buClr>
                <a:srgbClr val="000000"/>
              </a:buClr>
              <a:buSzTx/>
              <a:buFont typeface="Arial"/>
              <a:buNone/>
              <a:tabLst/>
              <a:defRPr/>
            </a:pPr>
            <a:r>
              <a:rPr lang="en" sz="1600" b="0" i="0" u="none" strike="noStrike" cap="none" dirty="0">
                <a:solidFill>
                  <a:schemeClr val="lt1"/>
                </a:solidFill>
                <a:latin typeface="Arial"/>
                <a:ea typeface="Arial"/>
                <a:cs typeface="Arial"/>
                <a:sym typeface="Arial"/>
              </a:rPr>
              <a:t>#</a:t>
            </a:r>
            <a:r>
              <a:rPr lang="en" sz="1600" b="0" i="0" u="none" strike="noStrike" cap="none" dirty="0" err="1">
                <a:solidFill>
                  <a:schemeClr val="lt1"/>
                </a:solidFill>
                <a:latin typeface="Arial"/>
                <a:ea typeface="Arial"/>
                <a:cs typeface="Arial"/>
                <a:sym typeface="Arial"/>
              </a:rPr>
              <a:t>KubeCon</a:t>
            </a:r>
            <a:r>
              <a:rPr lang="en" sz="1600" b="0" i="0" u="none" strike="noStrike" cap="none" dirty="0">
                <a:solidFill>
                  <a:schemeClr val="lt1"/>
                </a:solidFill>
                <a:latin typeface="Arial"/>
                <a:ea typeface="Arial"/>
                <a:cs typeface="Arial"/>
                <a:sym typeface="Arial"/>
              </a:rPr>
              <a:t> #</a:t>
            </a:r>
            <a:r>
              <a:rPr lang="en" sz="1600" b="0" i="0" u="none" strike="noStrike" cap="none" dirty="0" err="1">
                <a:solidFill>
                  <a:schemeClr val="lt1"/>
                </a:solidFill>
                <a:latin typeface="Arial"/>
                <a:ea typeface="Arial"/>
                <a:cs typeface="Arial"/>
                <a:sym typeface="Arial"/>
              </a:rPr>
              <a:t>CloudNativeCon</a:t>
            </a:r>
            <a:br>
              <a:rPr lang="en" sz="1600" b="0" i="0" u="none" strike="noStrike" cap="none" dirty="0">
                <a:solidFill>
                  <a:schemeClr val="lt1"/>
                </a:solidFill>
                <a:latin typeface="Arial"/>
                <a:ea typeface="Arial"/>
                <a:cs typeface="Arial"/>
                <a:sym typeface="Arial"/>
              </a:rPr>
            </a:br>
            <a:r>
              <a:rPr lang="en-GB" sz="1600" b="0" i="0" u="none" strike="noStrike" cap="none" dirty="0">
                <a:solidFill>
                  <a:schemeClr val="lt1"/>
                </a:solidFill>
                <a:latin typeface="Arial"/>
                <a:ea typeface="Arial"/>
                <a:cs typeface="Arial"/>
                <a:sym typeface="Arial"/>
              </a:rPr>
              <a:t>#</a:t>
            </a:r>
            <a:r>
              <a:rPr lang="en-GB" sz="1600" b="0" i="0" u="none" strike="noStrike" cap="none" dirty="0" err="1">
                <a:solidFill>
                  <a:schemeClr val="lt1"/>
                </a:solidFill>
                <a:latin typeface="Arial"/>
                <a:ea typeface="Arial"/>
                <a:cs typeface="Arial"/>
                <a:sym typeface="Arial"/>
              </a:rPr>
              <a:t>OpenInfraSummit</a:t>
            </a:r>
            <a:r>
              <a:rPr lang="en-GB" sz="1600" b="0" i="0" u="none" strike="noStrike" cap="none" dirty="0">
                <a:solidFill>
                  <a:schemeClr val="lt1"/>
                </a:solidFill>
                <a:latin typeface="Arial"/>
                <a:ea typeface="Arial"/>
                <a:cs typeface="Arial"/>
                <a:sym typeface="Arial"/>
              </a:rPr>
              <a:t> #</a:t>
            </a:r>
            <a:r>
              <a:rPr lang="en-GB" sz="1600" b="0" i="0" u="none" strike="noStrike" cap="none" dirty="0" err="1">
                <a:solidFill>
                  <a:schemeClr val="lt1"/>
                </a:solidFill>
                <a:latin typeface="Arial"/>
                <a:ea typeface="Arial"/>
                <a:cs typeface="Arial"/>
                <a:sym typeface="Arial"/>
              </a:rPr>
              <a:t>PyTorchCon</a:t>
            </a:r>
            <a:endParaRPr sz="1600" b="0" i="0" u="none" strike="noStrike" cap="none" dirty="0">
              <a:solidFill>
                <a:schemeClr val="lt1"/>
              </a:solidFill>
              <a:latin typeface="Arial"/>
              <a:ea typeface="Arial"/>
              <a:cs typeface="Arial"/>
              <a:sym typeface="Arial"/>
            </a:endParaRPr>
          </a:p>
        </p:txBody>
      </p:sp>
      <p:pic>
        <p:nvPicPr>
          <p:cNvPr id="4" name="Graphic 3">
            <a:extLst>
              <a:ext uri="{FF2B5EF4-FFF2-40B4-BE49-F238E27FC236}">
                <a16:creationId xmlns:a16="http://schemas.microsoft.com/office/drawing/2014/main" id="{626DCC9B-2A07-45D4-4017-DC6D471084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14952" y="239316"/>
            <a:ext cx="5688679" cy="930391"/>
          </a:xfrm>
          <a:prstGeom prst="rect">
            <a:avLst/>
          </a:prstGeom>
        </p:spPr>
      </p:pic>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conference_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083E4F"/>
        </a:solidFill>
        <a:effectLst/>
      </p:bgPr>
    </p:bg>
    <p:spTree>
      <p:nvGrpSpPr>
        <p:cNvPr id="1" name="Shape 17"/>
        <p:cNvGrpSpPr/>
        <p:nvPr/>
      </p:nvGrpSpPr>
      <p:grpSpPr>
        <a:xfrm>
          <a:off x="0" y="0"/>
          <a:ext cx="0" cy="0"/>
          <a:chOff x="0" y="0"/>
          <a:chExt cx="0" cy="0"/>
        </a:xfrm>
      </p:grpSpPr>
      <p:grpSp>
        <p:nvGrpSpPr>
          <p:cNvPr id="18" name="Google Shape;18;p13"/>
          <p:cNvGrpSpPr/>
          <p:nvPr/>
        </p:nvGrpSpPr>
        <p:grpSpPr>
          <a:xfrm>
            <a:off x="0" y="0"/>
            <a:ext cx="12192000" cy="6861416"/>
            <a:chOff x="0" y="0"/>
            <a:chExt cx="12192000" cy="6861416"/>
          </a:xfrm>
        </p:grpSpPr>
        <p:pic>
          <p:nvPicPr>
            <p:cNvPr id="19" name="Google Shape;19;p13" descr="A green cityscape with a globe&#10;&#10;Description automatically generated"/>
            <p:cNvPicPr preferRelativeResize="0"/>
            <p:nvPr/>
          </p:nvPicPr>
          <p:blipFill rotWithShape="1">
            <a:blip r:embed="rId2">
              <a:alphaModFix/>
            </a:blip>
            <a:srcRect l="7975" r="3180"/>
            <a:stretch/>
          </p:blipFill>
          <p:spPr>
            <a:xfrm>
              <a:off x="0" y="0"/>
              <a:ext cx="12192000" cy="6861416"/>
            </a:xfrm>
            <a:prstGeom prst="rect">
              <a:avLst/>
            </a:prstGeom>
            <a:noFill/>
            <a:ln>
              <a:noFill/>
            </a:ln>
          </p:spPr>
        </p:pic>
        <p:sp>
          <p:nvSpPr>
            <p:cNvPr id="20" name="Google Shape;20;p13"/>
            <p:cNvSpPr/>
            <p:nvPr/>
          </p:nvSpPr>
          <p:spPr>
            <a:xfrm>
              <a:off x="0" y="3375600"/>
              <a:ext cx="1750000" cy="128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a:p>
          </p:txBody>
        </p:sp>
      </p:grpSp>
      <p:sp>
        <p:nvSpPr>
          <p:cNvPr id="21" name="Google Shape;21;p13"/>
          <p:cNvSpPr txBox="1">
            <a:spLocks noGrp="1"/>
          </p:cNvSpPr>
          <p:nvPr>
            <p:ph type="title"/>
          </p:nvPr>
        </p:nvSpPr>
        <p:spPr>
          <a:xfrm>
            <a:off x="415600" y="2587384"/>
            <a:ext cx="11360800" cy="11224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a:endParaRPr/>
          </a:p>
        </p:txBody>
      </p:sp>
      <p:pic>
        <p:nvPicPr>
          <p:cNvPr id="2" name="Graphic 1">
            <a:extLst>
              <a:ext uri="{FF2B5EF4-FFF2-40B4-BE49-F238E27FC236}">
                <a16:creationId xmlns:a16="http://schemas.microsoft.com/office/drawing/2014/main" id="{FE2330E7-5222-0892-9C8D-9687A11B437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14952" y="239316"/>
            <a:ext cx="5688679" cy="930391"/>
          </a:xfrm>
          <a:prstGeom prst="rect">
            <a:avLst/>
          </a:prstGeom>
        </p:spPr>
      </p:pic>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conference_slideLayout3.xml><?xml version="1.0" encoding="utf-8"?>
<p:sldLayout xmlns:a="http://schemas.openxmlformats.org/drawingml/2006/main" xmlns:r="http://schemas.openxmlformats.org/officeDocument/2006/relationships" xmlns:p="http://schemas.openxmlformats.org/presentationml/2006/main" matchingName="Section header">
  <p:cSld name="1_Section header">
    <p:bg>
      <p:bgPr>
        <a:solidFill>
          <a:srgbClr val="083E4F"/>
        </a:solidFill>
        <a:effectLst/>
      </p:bgPr>
    </p:bg>
    <p:spTree>
      <p:nvGrpSpPr>
        <p:cNvPr id="1" name="Shape 23"/>
        <p:cNvGrpSpPr/>
        <p:nvPr/>
      </p:nvGrpSpPr>
      <p:grpSpPr>
        <a:xfrm>
          <a:off x="0" y="0"/>
          <a:ext cx="0" cy="0"/>
          <a:chOff x="0" y="0"/>
          <a:chExt cx="0" cy="0"/>
        </a:xfrm>
      </p:grpSpPr>
      <p:sp>
        <p:nvSpPr>
          <p:cNvPr id="24" name="Google Shape;24;p14"/>
          <p:cNvSpPr txBox="1">
            <a:spLocks noGrp="1"/>
          </p:cNvSpPr>
          <p:nvPr>
            <p:ph type="title"/>
          </p:nvPr>
        </p:nvSpPr>
        <p:spPr>
          <a:xfrm>
            <a:off x="415600" y="2587384"/>
            <a:ext cx="11360800" cy="11224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a:endParaRPr/>
          </a:p>
        </p:txBody>
      </p:sp>
      <p:grpSp>
        <p:nvGrpSpPr>
          <p:cNvPr id="26" name="Google Shape;26;p14"/>
          <p:cNvGrpSpPr/>
          <p:nvPr/>
        </p:nvGrpSpPr>
        <p:grpSpPr>
          <a:xfrm>
            <a:off x="0" y="3998132"/>
            <a:ext cx="12192000" cy="2859868"/>
            <a:chOff x="133979" y="4029559"/>
            <a:chExt cx="12058021" cy="2828441"/>
          </a:xfrm>
        </p:grpSpPr>
        <p:pic>
          <p:nvPicPr>
            <p:cNvPr id="27" name="Google Shape;27;p14"/>
            <p:cNvPicPr preferRelativeResize="0"/>
            <p:nvPr/>
          </p:nvPicPr>
          <p:blipFill rotWithShape="1">
            <a:blip r:embed="rId2">
              <a:alphaModFix/>
            </a:blip>
            <a:srcRect r="14460"/>
            <a:stretch/>
          </p:blipFill>
          <p:spPr>
            <a:xfrm>
              <a:off x="3714663" y="4029559"/>
              <a:ext cx="8477337" cy="2828441"/>
            </a:xfrm>
            <a:prstGeom prst="rect">
              <a:avLst/>
            </a:prstGeom>
            <a:noFill/>
            <a:ln>
              <a:noFill/>
            </a:ln>
          </p:spPr>
        </p:pic>
        <p:pic>
          <p:nvPicPr>
            <p:cNvPr id="28" name="Google Shape;28;p14"/>
            <p:cNvPicPr preferRelativeResize="0"/>
            <p:nvPr/>
          </p:nvPicPr>
          <p:blipFill rotWithShape="1">
            <a:blip r:embed="rId3">
              <a:alphaModFix/>
            </a:blip>
            <a:srcRect l="64144"/>
            <a:stretch/>
          </p:blipFill>
          <p:spPr>
            <a:xfrm>
              <a:off x="133979" y="5443779"/>
              <a:ext cx="3580685" cy="1414221"/>
            </a:xfrm>
            <a:prstGeom prst="rect">
              <a:avLst/>
            </a:prstGeom>
            <a:noFill/>
            <a:ln>
              <a:noFill/>
            </a:ln>
          </p:spPr>
        </p:pic>
      </p:grpSp>
      <p:pic>
        <p:nvPicPr>
          <p:cNvPr id="2" name="Graphic 1">
            <a:extLst>
              <a:ext uri="{FF2B5EF4-FFF2-40B4-BE49-F238E27FC236}">
                <a16:creationId xmlns:a16="http://schemas.microsoft.com/office/drawing/2014/main" id="{53859CBE-6B18-D927-EE94-D8A879AB2F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14952" y="239316"/>
            <a:ext cx="5688679" cy="930391"/>
          </a:xfrm>
          <a:prstGeom prst="rect">
            <a:avLst/>
          </a:prstGeom>
        </p:spPr>
      </p:pic>
    </p:spTree>
  </p:cSld>
  <p:clrMapOvr>
    <a:masterClrMapping/>
  </p:clrMapOvr>
</p:sldLayout>
</file>

<file path=ppt/slideLayouts/conference_slideLayout4.xml><?xml version="1.0" encoding="utf-8"?>
<p:sldLayout xmlns:a="http://schemas.openxmlformats.org/drawingml/2006/main" xmlns:r="http://schemas.openxmlformats.org/officeDocument/2006/relationships" xmlns:p="http://schemas.openxmlformats.org/presentationml/2006/main" matchingName="Section header">
  <p:cSld name="1_Section header 2">
    <p:bg>
      <p:bgPr>
        <a:solidFill>
          <a:srgbClr val="083E4F"/>
        </a:solidFill>
        <a:effectLst/>
      </p:bgPr>
    </p:bg>
    <p:spTree>
      <p:nvGrpSpPr>
        <p:cNvPr id="1" name="Shape 29"/>
        <p:cNvGrpSpPr/>
        <p:nvPr/>
      </p:nvGrpSpPr>
      <p:grpSpPr>
        <a:xfrm>
          <a:off x="0" y="0"/>
          <a:ext cx="0" cy="0"/>
          <a:chOff x="0" y="0"/>
          <a:chExt cx="0" cy="0"/>
        </a:xfrm>
      </p:grpSpPr>
      <p:sp>
        <p:nvSpPr>
          <p:cNvPr id="30" name="Google Shape;30;p15"/>
          <p:cNvSpPr txBox="1">
            <a:spLocks noGrp="1"/>
          </p:cNvSpPr>
          <p:nvPr>
            <p:ph type="ctrTitle"/>
          </p:nvPr>
        </p:nvSpPr>
        <p:spPr>
          <a:xfrm>
            <a:off x="531069" y="1831156"/>
            <a:ext cx="10680268" cy="2699251"/>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400"/>
              <a:buNone/>
              <a:defRPr sz="6400">
                <a:solidFill>
                  <a:schemeClr val="lt1"/>
                </a:solidFill>
              </a:defRPr>
            </a:lvl1pPr>
            <a:lvl2pPr lvl="1" algn="ctr">
              <a:lnSpc>
                <a:spcPct val="100000"/>
              </a:lnSpc>
              <a:spcBef>
                <a:spcPts val="0"/>
              </a:spcBef>
              <a:spcAft>
                <a:spcPts val="0"/>
              </a:spcAft>
              <a:buClr>
                <a:schemeClr val="lt1"/>
              </a:buClr>
              <a:buSzPts val="6400"/>
              <a:buNone/>
              <a:defRPr sz="6400">
                <a:solidFill>
                  <a:schemeClr val="lt1"/>
                </a:solidFill>
              </a:defRPr>
            </a:lvl2pPr>
            <a:lvl3pPr lvl="2" algn="ctr">
              <a:lnSpc>
                <a:spcPct val="100000"/>
              </a:lnSpc>
              <a:spcBef>
                <a:spcPts val="0"/>
              </a:spcBef>
              <a:spcAft>
                <a:spcPts val="0"/>
              </a:spcAft>
              <a:buClr>
                <a:schemeClr val="lt1"/>
              </a:buClr>
              <a:buSzPts val="6400"/>
              <a:buNone/>
              <a:defRPr sz="6400">
                <a:solidFill>
                  <a:schemeClr val="lt1"/>
                </a:solidFill>
              </a:defRPr>
            </a:lvl3pPr>
            <a:lvl4pPr lvl="3" algn="ctr">
              <a:lnSpc>
                <a:spcPct val="100000"/>
              </a:lnSpc>
              <a:spcBef>
                <a:spcPts val="0"/>
              </a:spcBef>
              <a:spcAft>
                <a:spcPts val="0"/>
              </a:spcAft>
              <a:buClr>
                <a:schemeClr val="lt1"/>
              </a:buClr>
              <a:buSzPts val="6400"/>
              <a:buNone/>
              <a:defRPr sz="6400">
                <a:solidFill>
                  <a:schemeClr val="lt1"/>
                </a:solidFill>
              </a:defRPr>
            </a:lvl4pPr>
            <a:lvl5pPr lvl="4" algn="ctr">
              <a:lnSpc>
                <a:spcPct val="100000"/>
              </a:lnSpc>
              <a:spcBef>
                <a:spcPts val="0"/>
              </a:spcBef>
              <a:spcAft>
                <a:spcPts val="0"/>
              </a:spcAft>
              <a:buClr>
                <a:schemeClr val="lt1"/>
              </a:buClr>
              <a:buSzPts val="6400"/>
              <a:buNone/>
              <a:defRPr sz="6400">
                <a:solidFill>
                  <a:schemeClr val="lt1"/>
                </a:solidFill>
              </a:defRPr>
            </a:lvl5pPr>
            <a:lvl6pPr lvl="5" algn="ctr">
              <a:lnSpc>
                <a:spcPct val="100000"/>
              </a:lnSpc>
              <a:spcBef>
                <a:spcPts val="0"/>
              </a:spcBef>
              <a:spcAft>
                <a:spcPts val="0"/>
              </a:spcAft>
              <a:buClr>
                <a:schemeClr val="lt1"/>
              </a:buClr>
              <a:buSzPts val="6400"/>
              <a:buNone/>
              <a:defRPr sz="6400">
                <a:solidFill>
                  <a:schemeClr val="lt1"/>
                </a:solidFill>
              </a:defRPr>
            </a:lvl6pPr>
            <a:lvl7pPr lvl="6" algn="ctr">
              <a:lnSpc>
                <a:spcPct val="100000"/>
              </a:lnSpc>
              <a:spcBef>
                <a:spcPts val="0"/>
              </a:spcBef>
              <a:spcAft>
                <a:spcPts val="0"/>
              </a:spcAft>
              <a:buClr>
                <a:schemeClr val="lt1"/>
              </a:buClr>
              <a:buSzPts val="6400"/>
              <a:buNone/>
              <a:defRPr sz="6400">
                <a:solidFill>
                  <a:schemeClr val="lt1"/>
                </a:solidFill>
              </a:defRPr>
            </a:lvl7pPr>
            <a:lvl8pPr lvl="7" algn="ctr">
              <a:lnSpc>
                <a:spcPct val="100000"/>
              </a:lnSpc>
              <a:spcBef>
                <a:spcPts val="0"/>
              </a:spcBef>
              <a:spcAft>
                <a:spcPts val="0"/>
              </a:spcAft>
              <a:buClr>
                <a:schemeClr val="lt1"/>
              </a:buClr>
              <a:buSzPts val="6400"/>
              <a:buNone/>
              <a:defRPr sz="6400">
                <a:solidFill>
                  <a:schemeClr val="lt1"/>
                </a:solidFill>
              </a:defRPr>
            </a:lvl8pPr>
            <a:lvl9pPr lvl="8" algn="ctr">
              <a:lnSpc>
                <a:spcPct val="100000"/>
              </a:lnSpc>
              <a:spcBef>
                <a:spcPts val="0"/>
              </a:spcBef>
              <a:spcAft>
                <a:spcPts val="0"/>
              </a:spcAft>
              <a:buClr>
                <a:schemeClr val="lt1"/>
              </a:buClr>
              <a:buSzPts val="6400"/>
              <a:buNone/>
              <a:defRPr sz="6400">
                <a:solidFill>
                  <a:schemeClr val="lt1"/>
                </a:solidFill>
              </a:defRPr>
            </a:lvl9pPr>
          </a:lstStyle>
          <a:p>
            <a:endParaRPr/>
          </a:p>
        </p:txBody>
      </p:sp>
      <p:sp>
        <p:nvSpPr>
          <p:cNvPr id="31" name="Google Shape;31;p15"/>
          <p:cNvSpPr txBox="1">
            <a:spLocks noGrp="1"/>
          </p:cNvSpPr>
          <p:nvPr>
            <p:ph type="subTitle" idx="1"/>
          </p:nvPr>
        </p:nvSpPr>
        <p:spPr>
          <a:xfrm>
            <a:off x="531068" y="4530407"/>
            <a:ext cx="10680268" cy="893572"/>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3733"/>
              <a:buNone/>
              <a:defRPr sz="3733" b="1">
                <a:solidFill>
                  <a:schemeClr val="lt1"/>
                </a:solidFill>
              </a:defRPr>
            </a:lvl1pPr>
            <a:lvl2pPr lvl="1" algn="ctr">
              <a:lnSpc>
                <a:spcPct val="100000"/>
              </a:lnSpc>
              <a:spcBef>
                <a:spcPts val="0"/>
              </a:spcBef>
              <a:spcAft>
                <a:spcPts val="0"/>
              </a:spcAft>
              <a:buClr>
                <a:schemeClr val="lt1"/>
              </a:buClr>
              <a:buSzPts val="3733"/>
              <a:buNone/>
              <a:defRPr sz="3733">
                <a:solidFill>
                  <a:schemeClr val="lt1"/>
                </a:solidFill>
              </a:defRPr>
            </a:lvl2pPr>
            <a:lvl3pPr lvl="2" algn="ctr">
              <a:lnSpc>
                <a:spcPct val="100000"/>
              </a:lnSpc>
              <a:spcBef>
                <a:spcPts val="0"/>
              </a:spcBef>
              <a:spcAft>
                <a:spcPts val="0"/>
              </a:spcAft>
              <a:buClr>
                <a:schemeClr val="lt1"/>
              </a:buClr>
              <a:buSzPts val="3733"/>
              <a:buNone/>
              <a:defRPr sz="3733">
                <a:solidFill>
                  <a:schemeClr val="lt1"/>
                </a:solidFill>
              </a:defRPr>
            </a:lvl3pPr>
            <a:lvl4pPr lvl="3" algn="ctr">
              <a:lnSpc>
                <a:spcPct val="100000"/>
              </a:lnSpc>
              <a:spcBef>
                <a:spcPts val="0"/>
              </a:spcBef>
              <a:spcAft>
                <a:spcPts val="0"/>
              </a:spcAft>
              <a:buClr>
                <a:schemeClr val="lt1"/>
              </a:buClr>
              <a:buSzPts val="3733"/>
              <a:buNone/>
              <a:defRPr sz="3733">
                <a:solidFill>
                  <a:schemeClr val="lt1"/>
                </a:solidFill>
              </a:defRPr>
            </a:lvl4pPr>
            <a:lvl5pPr lvl="4" algn="ctr">
              <a:lnSpc>
                <a:spcPct val="100000"/>
              </a:lnSpc>
              <a:spcBef>
                <a:spcPts val="0"/>
              </a:spcBef>
              <a:spcAft>
                <a:spcPts val="0"/>
              </a:spcAft>
              <a:buClr>
                <a:schemeClr val="lt1"/>
              </a:buClr>
              <a:buSzPts val="3733"/>
              <a:buNone/>
              <a:defRPr sz="3733">
                <a:solidFill>
                  <a:schemeClr val="lt1"/>
                </a:solidFill>
              </a:defRPr>
            </a:lvl5pPr>
            <a:lvl6pPr lvl="5" algn="ctr">
              <a:lnSpc>
                <a:spcPct val="100000"/>
              </a:lnSpc>
              <a:spcBef>
                <a:spcPts val="0"/>
              </a:spcBef>
              <a:spcAft>
                <a:spcPts val="0"/>
              </a:spcAft>
              <a:buClr>
                <a:schemeClr val="lt1"/>
              </a:buClr>
              <a:buSzPts val="3733"/>
              <a:buNone/>
              <a:defRPr sz="3733">
                <a:solidFill>
                  <a:schemeClr val="lt1"/>
                </a:solidFill>
              </a:defRPr>
            </a:lvl6pPr>
            <a:lvl7pPr lvl="6" algn="ctr">
              <a:lnSpc>
                <a:spcPct val="100000"/>
              </a:lnSpc>
              <a:spcBef>
                <a:spcPts val="0"/>
              </a:spcBef>
              <a:spcAft>
                <a:spcPts val="0"/>
              </a:spcAft>
              <a:buClr>
                <a:schemeClr val="lt1"/>
              </a:buClr>
              <a:buSzPts val="3733"/>
              <a:buNone/>
              <a:defRPr sz="3733">
                <a:solidFill>
                  <a:schemeClr val="lt1"/>
                </a:solidFill>
              </a:defRPr>
            </a:lvl7pPr>
            <a:lvl8pPr lvl="7" algn="ctr">
              <a:lnSpc>
                <a:spcPct val="100000"/>
              </a:lnSpc>
              <a:spcBef>
                <a:spcPts val="0"/>
              </a:spcBef>
              <a:spcAft>
                <a:spcPts val="0"/>
              </a:spcAft>
              <a:buClr>
                <a:schemeClr val="lt1"/>
              </a:buClr>
              <a:buSzPts val="3733"/>
              <a:buNone/>
              <a:defRPr sz="3733">
                <a:solidFill>
                  <a:schemeClr val="lt1"/>
                </a:solidFill>
              </a:defRPr>
            </a:lvl8pPr>
            <a:lvl9pPr lvl="8" algn="ctr">
              <a:lnSpc>
                <a:spcPct val="100000"/>
              </a:lnSpc>
              <a:spcBef>
                <a:spcPts val="0"/>
              </a:spcBef>
              <a:spcAft>
                <a:spcPts val="0"/>
              </a:spcAft>
              <a:buClr>
                <a:schemeClr val="lt1"/>
              </a:buClr>
              <a:buSzPts val="3733"/>
              <a:buNone/>
              <a:defRPr sz="3733">
                <a:solidFill>
                  <a:schemeClr val="lt1"/>
                </a:solidFill>
              </a:defRPr>
            </a:lvl9pPr>
          </a:lstStyle>
          <a:p>
            <a:endParaRPr/>
          </a:p>
        </p:txBody>
      </p:sp>
      <p:pic>
        <p:nvPicPr>
          <p:cNvPr id="32" name="Google Shape;32;p15"/>
          <p:cNvPicPr preferRelativeResize="0"/>
          <p:nvPr/>
        </p:nvPicPr>
        <p:blipFill rotWithShape="1">
          <a:blip r:embed="rId2">
            <a:alphaModFix/>
          </a:blip>
          <a:srcRect/>
          <a:stretch/>
        </p:blipFill>
        <p:spPr>
          <a:xfrm>
            <a:off x="6721097" y="604044"/>
            <a:ext cx="3454400" cy="1574800"/>
          </a:xfrm>
          <a:prstGeom prst="rect">
            <a:avLst/>
          </a:prstGeom>
          <a:noFill/>
          <a:ln>
            <a:noFill/>
          </a:ln>
        </p:spPr>
      </p:pic>
      <p:pic>
        <p:nvPicPr>
          <p:cNvPr id="33" name="Google Shape;33;p15"/>
          <p:cNvPicPr preferRelativeResize="0"/>
          <p:nvPr/>
        </p:nvPicPr>
        <p:blipFill rotWithShape="1">
          <a:blip r:embed="rId2">
            <a:alphaModFix/>
          </a:blip>
          <a:srcRect l="41002" b="9974"/>
          <a:stretch/>
        </p:blipFill>
        <p:spPr>
          <a:xfrm>
            <a:off x="-1" y="5440279"/>
            <a:ext cx="2038047" cy="1417721"/>
          </a:xfrm>
          <a:prstGeom prst="rect">
            <a:avLst/>
          </a:prstGeom>
          <a:noFill/>
          <a:ln>
            <a:noFill/>
          </a:ln>
        </p:spPr>
      </p:pic>
      <p:pic>
        <p:nvPicPr>
          <p:cNvPr id="35" name="Google Shape;35;p15"/>
          <p:cNvPicPr preferRelativeResize="0"/>
          <p:nvPr/>
        </p:nvPicPr>
        <p:blipFill rotWithShape="1">
          <a:blip r:embed="rId3">
            <a:alphaModFix/>
          </a:blip>
          <a:srcRect t="40037" r="35395" b="24793"/>
          <a:stretch/>
        </p:blipFill>
        <p:spPr>
          <a:xfrm>
            <a:off x="7853935" y="-1"/>
            <a:ext cx="4338067" cy="6858001"/>
          </a:xfrm>
          <a:prstGeom prst="rect">
            <a:avLst/>
          </a:prstGeom>
          <a:noFill/>
          <a:ln>
            <a:noFill/>
          </a:ln>
        </p:spPr>
      </p:pic>
      <p:pic>
        <p:nvPicPr>
          <p:cNvPr id="2" name="Graphic 1">
            <a:extLst>
              <a:ext uri="{FF2B5EF4-FFF2-40B4-BE49-F238E27FC236}">
                <a16:creationId xmlns:a16="http://schemas.microsoft.com/office/drawing/2014/main" id="{D0016DEC-A700-C8D3-8ED7-2F40D152C3D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14952" y="239316"/>
            <a:ext cx="5688679" cy="930391"/>
          </a:xfrm>
          <a:prstGeom prst="rect">
            <a:avLst/>
          </a:prstGeom>
        </p:spPr>
      </p:pic>
    </p:spTree>
  </p:cSld>
  <p:clrMapOvr>
    <a:masterClrMapping/>
  </p:clrMapOvr>
</p:sldLayout>
</file>

<file path=ppt/slideLayouts/conference_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36"/>
        <p:cNvGrpSpPr/>
        <p:nvPr/>
      </p:nvGrpSpPr>
      <p:grpSpPr>
        <a:xfrm>
          <a:off x="0" y="0"/>
          <a:ext cx="0" cy="0"/>
          <a:chOff x="0" y="0"/>
          <a:chExt cx="0" cy="0"/>
        </a:xfrm>
      </p:grpSpPr>
      <p:sp>
        <p:nvSpPr>
          <p:cNvPr id="37" name="Google Shape;37;p16"/>
          <p:cNvSpPr txBox="1">
            <a:spLocks noGrp="1"/>
          </p:cNvSpPr>
          <p:nvPr>
            <p:ph type="title"/>
          </p:nvPr>
        </p:nvSpPr>
        <p:spPr>
          <a:xfrm>
            <a:off x="415600" y="593367"/>
            <a:ext cx="11360800" cy="7636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3733"/>
              <a:buNone/>
              <a:defRPr>
                <a:solidFill>
                  <a:srgbClr val="083E4F"/>
                </a:solidFill>
              </a:defRPr>
            </a:lvl1pPr>
            <a:lvl2pPr lvl="1" algn="l">
              <a:lnSpc>
                <a:spcPct val="100000"/>
              </a:lnSpc>
              <a:spcBef>
                <a:spcPts val="0"/>
              </a:spcBef>
              <a:spcAft>
                <a:spcPts val="0"/>
              </a:spcAft>
              <a:buSzPts val="3733"/>
              <a:buNone/>
              <a:defRPr/>
            </a:lvl2pPr>
            <a:lvl3pPr lvl="2" algn="l">
              <a:lnSpc>
                <a:spcPct val="100000"/>
              </a:lnSpc>
              <a:spcBef>
                <a:spcPts val="0"/>
              </a:spcBef>
              <a:spcAft>
                <a:spcPts val="0"/>
              </a:spcAft>
              <a:buSzPts val="3733"/>
              <a:buNone/>
              <a:defRPr/>
            </a:lvl3pPr>
            <a:lvl4pPr lvl="3" algn="l">
              <a:lnSpc>
                <a:spcPct val="100000"/>
              </a:lnSpc>
              <a:spcBef>
                <a:spcPts val="0"/>
              </a:spcBef>
              <a:spcAft>
                <a:spcPts val="0"/>
              </a:spcAft>
              <a:buSzPts val="3733"/>
              <a:buNone/>
              <a:defRPr/>
            </a:lvl4pPr>
            <a:lvl5pPr lvl="4" algn="l">
              <a:lnSpc>
                <a:spcPct val="100000"/>
              </a:lnSpc>
              <a:spcBef>
                <a:spcPts val="0"/>
              </a:spcBef>
              <a:spcAft>
                <a:spcPts val="0"/>
              </a:spcAft>
              <a:buSzPts val="3733"/>
              <a:buNone/>
              <a:defRPr/>
            </a:lvl5pPr>
            <a:lvl6pPr lvl="5" algn="l">
              <a:lnSpc>
                <a:spcPct val="100000"/>
              </a:lnSpc>
              <a:spcBef>
                <a:spcPts val="0"/>
              </a:spcBef>
              <a:spcAft>
                <a:spcPts val="0"/>
              </a:spcAft>
              <a:buSzPts val="3733"/>
              <a:buNone/>
              <a:defRPr/>
            </a:lvl6pPr>
            <a:lvl7pPr lvl="6" algn="l">
              <a:lnSpc>
                <a:spcPct val="100000"/>
              </a:lnSpc>
              <a:spcBef>
                <a:spcPts val="0"/>
              </a:spcBef>
              <a:spcAft>
                <a:spcPts val="0"/>
              </a:spcAft>
              <a:buSzPts val="3733"/>
              <a:buNone/>
              <a:defRPr/>
            </a:lvl7pPr>
            <a:lvl8pPr lvl="7" algn="l">
              <a:lnSpc>
                <a:spcPct val="100000"/>
              </a:lnSpc>
              <a:spcBef>
                <a:spcPts val="0"/>
              </a:spcBef>
              <a:spcAft>
                <a:spcPts val="0"/>
              </a:spcAft>
              <a:buSzPts val="3733"/>
              <a:buNone/>
              <a:defRPr/>
            </a:lvl8pPr>
            <a:lvl9pPr lvl="8" algn="l">
              <a:lnSpc>
                <a:spcPct val="100000"/>
              </a:lnSpc>
              <a:spcBef>
                <a:spcPts val="0"/>
              </a:spcBef>
              <a:spcAft>
                <a:spcPts val="0"/>
              </a:spcAft>
              <a:buSzPts val="3733"/>
              <a:buNone/>
              <a:defRPr/>
            </a:lvl9pPr>
          </a:lstStyle>
          <a:p>
            <a:endParaRPr/>
          </a:p>
        </p:txBody>
      </p:sp>
      <p:sp>
        <p:nvSpPr>
          <p:cNvPr id="38" name="Google Shape;38;p16"/>
          <p:cNvSpPr txBox="1">
            <a:spLocks noGrp="1"/>
          </p:cNvSpPr>
          <p:nvPr>
            <p:ph type="body" idx="1"/>
          </p:nvPr>
        </p:nvSpPr>
        <p:spPr>
          <a:xfrm>
            <a:off x="415600" y="1536633"/>
            <a:ext cx="11360800" cy="4423200"/>
          </a:xfrm>
          <a:prstGeom prst="rect">
            <a:avLst/>
          </a:prstGeom>
          <a:noFill/>
          <a:ln>
            <a:noFill/>
          </a:ln>
        </p:spPr>
        <p:txBody>
          <a:bodyPr spcFirstLastPara="1" wrap="square" lIns="0" tIns="0" rIns="0" bIns="0" anchor="t" anchorCtr="0">
            <a:noAutofit/>
          </a:bodyPr>
          <a:lstStyle>
            <a:lvl1pPr marL="609600" lvl="0" indent="-457200" algn="l">
              <a:lnSpc>
                <a:spcPct val="115000"/>
              </a:lnSpc>
              <a:spcBef>
                <a:spcPts val="0"/>
              </a:spcBef>
              <a:spcAft>
                <a:spcPts val="0"/>
              </a:spcAft>
              <a:buSzPts val="2400"/>
              <a:buChar char="●"/>
              <a:defRPr sz="1600"/>
            </a:lvl1pPr>
            <a:lvl2pPr marL="1219200" lvl="1" indent="-423333" algn="l">
              <a:lnSpc>
                <a:spcPct val="115000"/>
              </a:lnSpc>
              <a:spcBef>
                <a:spcPts val="0"/>
              </a:spcBef>
              <a:spcAft>
                <a:spcPts val="0"/>
              </a:spcAft>
              <a:buSzPts val="1867"/>
              <a:buChar char="○"/>
              <a:defRPr/>
            </a:lvl2pPr>
            <a:lvl3pPr marL="1828800" lvl="2" indent="-423333" algn="l">
              <a:lnSpc>
                <a:spcPct val="115000"/>
              </a:lnSpc>
              <a:spcBef>
                <a:spcPts val="0"/>
              </a:spcBef>
              <a:spcAft>
                <a:spcPts val="0"/>
              </a:spcAft>
              <a:buSzPts val="1867"/>
              <a:buChar char="■"/>
              <a:defRPr/>
            </a:lvl3pPr>
            <a:lvl4pPr marL="2438400" lvl="3" indent="-423333" algn="l">
              <a:lnSpc>
                <a:spcPct val="115000"/>
              </a:lnSpc>
              <a:spcBef>
                <a:spcPts val="0"/>
              </a:spcBef>
              <a:spcAft>
                <a:spcPts val="0"/>
              </a:spcAft>
              <a:buSzPts val="1867"/>
              <a:buChar char="●"/>
              <a:defRPr/>
            </a:lvl4pPr>
            <a:lvl5pPr marL="3048000" lvl="4" indent="-423333" algn="l">
              <a:lnSpc>
                <a:spcPct val="115000"/>
              </a:lnSpc>
              <a:spcBef>
                <a:spcPts val="0"/>
              </a:spcBef>
              <a:spcAft>
                <a:spcPts val="0"/>
              </a:spcAft>
              <a:buSzPts val="1867"/>
              <a:buChar char="○"/>
              <a:defRPr/>
            </a:lvl5pPr>
            <a:lvl6pPr marL="3657600" lvl="5" indent="-423333" algn="l">
              <a:lnSpc>
                <a:spcPct val="115000"/>
              </a:lnSpc>
              <a:spcBef>
                <a:spcPts val="0"/>
              </a:spcBef>
              <a:spcAft>
                <a:spcPts val="0"/>
              </a:spcAft>
              <a:buSzPts val="1867"/>
              <a:buChar char="■"/>
              <a:defRPr/>
            </a:lvl6pPr>
            <a:lvl7pPr marL="4267200" lvl="6" indent="-423333" algn="l">
              <a:lnSpc>
                <a:spcPct val="115000"/>
              </a:lnSpc>
              <a:spcBef>
                <a:spcPts val="0"/>
              </a:spcBef>
              <a:spcAft>
                <a:spcPts val="0"/>
              </a:spcAft>
              <a:buSzPts val="1867"/>
              <a:buChar char="●"/>
              <a:defRPr/>
            </a:lvl7pPr>
            <a:lvl8pPr marL="4876800" lvl="7" indent="-423333" algn="l">
              <a:lnSpc>
                <a:spcPct val="115000"/>
              </a:lnSpc>
              <a:spcBef>
                <a:spcPts val="0"/>
              </a:spcBef>
              <a:spcAft>
                <a:spcPts val="0"/>
              </a:spcAft>
              <a:buSzPts val="1867"/>
              <a:buChar char="○"/>
              <a:defRPr/>
            </a:lvl8pPr>
            <a:lvl9pPr marL="5486400" lvl="8" indent="-423333" algn="l">
              <a:lnSpc>
                <a:spcPct val="115000"/>
              </a:lnSpc>
              <a:spcBef>
                <a:spcPts val="0"/>
              </a:spcBef>
              <a:spcAft>
                <a:spcPts val="0"/>
              </a:spcAft>
              <a:buSzPts val="1867"/>
              <a:buChar char="■"/>
              <a:defRPr/>
            </a:lvl9pPr>
          </a:lstStyle>
          <a:p>
            <a:endParaRPr/>
          </a:p>
        </p:txBody>
      </p:sp>
      <p:sp>
        <p:nvSpPr>
          <p:cNvPr id="39" name="Google Shape;39;p16"/>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4" name="Graphic 3">
            <a:extLst>
              <a:ext uri="{FF2B5EF4-FFF2-40B4-BE49-F238E27FC236}">
                <a16:creationId xmlns:a16="http://schemas.microsoft.com/office/drawing/2014/main" id="{6854D43B-6AB1-147E-1BEF-3B7B8CA55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5600" y="6150532"/>
            <a:ext cx="3097508" cy="506601"/>
          </a:xfrm>
          <a:prstGeom prst="rect">
            <a:avLst/>
          </a:prstGeom>
        </p:spPr>
      </p:pic>
    </p:spTree>
  </p:cSld>
  <p:clrMapOvr>
    <a:masterClrMapping/>
  </p:clrMapOvr>
</p:sldLayout>
</file>

<file path=ppt/slideLayouts/conference_slideLayout6.xml><?xml version="1.0" encoding="utf-8"?>
<p:sldLayout xmlns:a="http://schemas.openxmlformats.org/drawingml/2006/main" xmlns:r="http://schemas.openxmlformats.org/officeDocument/2006/relationships" xmlns:p="http://schemas.openxmlformats.org/presentationml/2006/main" matchingName="Title and body">
  <p:cSld name="1_Title and body">
    <p:bg>
      <p:bgPr>
        <a:solidFill>
          <a:schemeClr val="lt1"/>
        </a:solidFill>
        <a:effectLst/>
      </p:bgPr>
    </p:bg>
    <p:spTree>
      <p:nvGrpSpPr>
        <p:cNvPr id="1" name="Shape 41"/>
        <p:cNvGrpSpPr/>
        <p:nvPr/>
      </p:nvGrpSpPr>
      <p:grpSpPr>
        <a:xfrm>
          <a:off x="0" y="0"/>
          <a:ext cx="0" cy="0"/>
          <a:chOff x="0" y="0"/>
          <a:chExt cx="0" cy="0"/>
        </a:xfrm>
      </p:grpSpPr>
      <p:sp>
        <p:nvSpPr>
          <p:cNvPr id="42" name="Google Shape;42;p17"/>
          <p:cNvSpPr/>
          <p:nvPr/>
        </p:nvSpPr>
        <p:spPr>
          <a:xfrm>
            <a:off x="9467" y="7500"/>
            <a:ext cx="12182533" cy="1397200"/>
          </a:xfrm>
          <a:prstGeom prst="rect">
            <a:avLst/>
          </a:prstGeom>
          <a:solidFill>
            <a:srgbClr val="083E4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
        <p:nvSpPr>
          <p:cNvPr id="43" name="Google Shape;43;p17"/>
          <p:cNvSpPr txBox="1">
            <a:spLocks noGrp="1"/>
          </p:cNvSpPr>
          <p:nvPr>
            <p:ph type="title"/>
          </p:nvPr>
        </p:nvSpPr>
        <p:spPr>
          <a:xfrm>
            <a:off x="415601" y="0"/>
            <a:ext cx="6869864" cy="13972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3733"/>
              <a:buNone/>
              <a:defRPr>
                <a:solidFill>
                  <a:schemeClr val="lt1"/>
                </a:solidFill>
              </a:defRPr>
            </a:lvl1pPr>
            <a:lvl2pPr lvl="1" algn="l">
              <a:lnSpc>
                <a:spcPct val="100000"/>
              </a:lnSpc>
              <a:spcBef>
                <a:spcPts val="0"/>
              </a:spcBef>
              <a:spcAft>
                <a:spcPts val="0"/>
              </a:spcAft>
              <a:buSzPts val="3733"/>
              <a:buNone/>
              <a:defRPr/>
            </a:lvl2pPr>
            <a:lvl3pPr lvl="2" algn="l">
              <a:lnSpc>
                <a:spcPct val="100000"/>
              </a:lnSpc>
              <a:spcBef>
                <a:spcPts val="0"/>
              </a:spcBef>
              <a:spcAft>
                <a:spcPts val="0"/>
              </a:spcAft>
              <a:buSzPts val="3733"/>
              <a:buNone/>
              <a:defRPr/>
            </a:lvl3pPr>
            <a:lvl4pPr lvl="3" algn="l">
              <a:lnSpc>
                <a:spcPct val="100000"/>
              </a:lnSpc>
              <a:spcBef>
                <a:spcPts val="0"/>
              </a:spcBef>
              <a:spcAft>
                <a:spcPts val="0"/>
              </a:spcAft>
              <a:buSzPts val="3733"/>
              <a:buNone/>
              <a:defRPr/>
            </a:lvl4pPr>
            <a:lvl5pPr lvl="4" algn="l">
              <a:lnSpc>
                <a:spcPct val="100000"/>
              </a:lnSpc>
              <a:spcBef>
                <a:spcPts val="0"/>
              </a:spcBef>
              <a:spcAft>
                <a:spcPts val="0"/>
              </a:spcAft>
              <a:buSzPts val="3733"/>
              <a:buNone/>
              <a:defRPr/>
            </a:lvl5pPr>
            <a:lvl6pPr lvl="5" algn="l">
              <a:lnSpc>
                <a:spcPct val="100000"/>
              </a:lnSpc>
              <a:spcBef>
                <a:spcPts val="0"/>
              </a:spcBef>
              <a:spcAft>
                <a:spcPts val="0"/>
              </a:spcAft>
              <a:buSzPts val="3733"/>
              <a:buNone/>
              <a:defRPr/>
            </a:lvl6pPr>
            <a:lvl7pPr lvl="6" algn="l">
              <a:lnSpc>
                <a:spcPct val="100000"/>
              </a:lnSpc>
              <a:spcBef>
                <a:spcPts val="0"/>
              </a:spcBef>
              <a:spcAft>
                <a:spcPts val="0"/>
              </a:spcAft>
              <a:buSzPts val="3733"/>
              <a:buNone/>
              <a:defRPr/>
            </a:lvl7pPr>
            <a:lvl8pPr lvl="7" algn="l">
              <a:lnSpc>
                <a:spcPct val="100000"/>
              </a:lnSpc>
              <a:spcBef>
                <a:spcPts val="0"/>
              </a:spcBef>
              <a:spcAft>
                <a:spcPts val="0"/>
              </a:spcAft>
              <a:buSzPts val="3733"/>
              <a:buNone/>
              <a:defRPr/>
            </a:lvl8pPr>
            <a:lvl9pPr lvl="8" algn="l">
              <a:lnSpc>
                <a:spcPct val="100000"/>
              </a:lnSpc>
              <a:spcBef>
                <a:spcPts val="0"/>
              </a:spcBef>
              <a:spcAft>
                <a:spcPts val="0"/>
              </a:spcAft>
              <a:buSzPts val="3733"/>
              <a:buNone/>
              <a:defRPr/>
            </a:lvl9pPr>
          </a:lstStyle>
          <a:p>
            <a:endParaRPr dirty="0"/>
          </a:p>
        </p:txBody>
      </p:sp>
      <p:sp>
        <p:nvSpPr>
          <p:cNvPr id="44" name="Google Shape;44;p17"/>
          <p:cNvSpPr txBox="1">
            <a:spLocks noGrp="1"/>
          </p:cNvSpPr>
          <p:nvPr>
            <p:ph type="body" idx="1"/>
          </p:nvPr>
        </p:nvSpPr>
        <p:spPr>
          <a:xfrm>
            <a:off x="415600" y="1536633"/>
            <a:ext cx="11360800" cy="4423200"/>
          </a:xfrm>
          <a:prstGeom prst="rect">
            <a:avLst/>
          </a:prstGeom>
          <a:noFill/>
          <a:ln>
            <a:noFill/>
          </a:ln>
        </p:spPr>
        <p:txBody>
          <a:bodyPr spcFirstLastPara="1" wrap="square" lIns="0" tIns="0" rIns="0" bIns="0" anchor="t" anchorCtr="0">
            <a:noAutofit/>
          </a:bodyPr>
          <a:lstStyle>
            <a:lvl1pPr marL="609600" lvl="0" indent="-457200" algn="l">
              <a:lnSpc>
                <a:spcPct val="115000"/>
              </a:lnSpc>
              <a:spcBef>
                <a:spcPts val="0"/>
              </a:spcBef>
              <a:spcAft>
                <a:spcPts val="0"/>
              </a:spcAft>
              <a:buSzPts val="2400"/>
              <a:buChar char="●"/>
              <a:defRPr sz="1600"/>
            </a:lvl1pPr>
            <a:lvl2pPr marL="1219200" lvl="1" indent="-423333" algn="l">
              <a:lnSpc>
                <a:spcPct val="115000"/>
              </a:lnSpc>
              <a:spcBef>
                <a:spcPts val="0"/>
              </a:spcBef>
              <a:spcAft>
                <a:spcPts val="0"/>
              </a:spcAft>
              <a:buSzPts val="1867"/>
              <a:buChar char="○"/>
              <a:defRPr/>
            </a:lvl2pPr>
            <a:lvl3pPr marL="1828800" lvl="2" indent="-423333" algn="l">
              <a:lnSpc>
                <a:spcPct val="115000"/>
              </a:lnSpc>
              <a:spcBef>
                <a:spcPts val="0"/>
              </a:spcBef>
              <a:spcAft>
                <a:spcPts val="0"/>
              </a:spcAft>
              <a:buSzPts val="1867"/>
              <a:buChar char="■"/>
              <a:defRPr/>
            </a:lvl3pPr>
            <a:lvl4pPr marL="2438400" lvl="3" indent="-423333" algn="l">
              <a:lnSpc>
                <a:spcPct val="115000"/>
              </a:lnSpc>
              <a:spcBef>
                <a:spcPts val="0"/>
              </a:spcBef>
              <a:spcAft>
                <a:spcPts val="0"/>
              </a:spcAft>
              <a:buSzPts val="1867"/>
              <a:buChar char="●"/>
              <a:defRPr/>
            </a:lvl4pPr>
            <a:lvl5pPr marL="3048000" lvl="4" indent="-423333" algn="l">
              <a:lnSpc>
                <a:spcPct val="115000"/>
              </a:lnSpc>
              <a:spcBef>
                <a:spcPts val="0"/>
              </a:spcBef>
              <a:spcAft>
                <a:spcPts val="0"/>
              </a:spcAft>
              <a:buSzPts val="1867"/>
              <a:buChar char="○"/>
              <a:defRPr/>
            </a:lvl5pPr>
            <a:lvl6pPr marL="3657600" lvl="5" indent="-423333" algn="l">
              <a:lnSpc>
                <a:spcPct val="115000"/>
              </a:lnSpc>
              <a:spcBef>
                <a:spcPts val="0"/>
              </a:spcBef>
              <a:spcAft>
                <a:spcPts val="0"/>
              </a:spcAft>
              <a:buSzPts val="1867"/>
              <a:buChar char="■"/>
              <a:defRPr/>
            </a:lvl6pPr>
            <a:lvl7pPr marL="4267200" lvl="6" indent="-423333" algn="l">
              <a:lnSpc>
                <a:spcPct val="115000"/>
              </a:lnSpc>
              <a:spcBef>
                <a:spcPts val="0"/>
              </a:spcBef>
              <a:spcAft>
                <a:spcPts val="0"/>
              </a:spcAft>
              <a:buSzPts val="1867"/>
              <a:buChar char="●"/>
              <a:defRPr/>
            </a:lvl7pPr>
            <a:lvl8pPr marL="4876800" lvl="7" indent="-423333" algn="l">
              <a:lnSpc>
                <a:spcPct val="115000"/>
              </a:lnSpc>
              <a:spcBef>
                <a:spcPts val="0"/>
              </a:spcBef>
              <a:spcAft>
                <a:spcPts val="0"/>
              </a:spcAft>
              <a:buSzPts val="1867"/>
              <a:buChar char="○"/>
              <a:defRPr/>
            </a:lvl8pPr>
            <a:lvl9pPr marL="5486400" lvl="8" indent="-423333" algn="l">
              <a:lnSpc>
                <a:spcPct val="115000"/>
              </a:lnSpc>
              <a:spcBef>
                <a:spcPts val="0"/>
              </a:spcBef>
              <a:spcAft>
                <a:spcPts val="0"/>
              </a:spcAft>
              <a:buSzPts val="1867"/>
              <a:buChar char="■"/>
              <a:defRPr/>
            </a:lvl9pPr>
          </a:lstStyle>
          <a:p>
            <a:endParaRPr/>
          </a:p>
        </p:txBody>
      </p:sp>
      <p:sp>
        <p:nvSpPr>
          <p:cNvPr id="45" name="Google Shape;45;p17"/>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 name="Graphic 2">
            <a:extLst>
              <a:ext uri="{FF2B5EF4-FFF2-40B4-BE49-F238E27FC236}">
                <a16:creationId xmlns:a16="http://schemas.microsoft.com/office/drawing/2014/main" id="{7D78742C-108D-9408-D6DB-E8F8B8A074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06375" y="361489"/>
            <a:ext cx="4264715" cy="697500"/>
          </a:xfrm>
          <a:prstGeom prst="rect">
            <a:avLst/>
          </a:prstGeom>
        </p:spPr>
      </p:pic>
    </p:spTree>
  </p:cSld>
  <p:clrMapOvr>
    <a:masterClrMapping/>
  </p:clrMapOvr>
</p:sldLayout>
</file>

<file path=ppt/slideLayouts/conference_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1"/>
        </a:solidFill>
        <a:effectLst/>
      </p:bgPr>
    </p:bg>
    <p:spTree>
      <p:nvGrpSpPr>
        <p:cNvPr id="1" name="Shape 47"/>
        <p:cNvGrpSpPr/>
        <p:nvPr/>
      </p:nvGrpSpPr>
      <p:grpSpPr>
        <a:xfrm>
          <a:off x="0" y="0"/>
          <a:ext cx="0" cy="0"/>
          <a:chOff x="0" y="0"/>
          <a:chExt cx="0" cy="0"/>
        </a:xfrm>
      </p:grpSpPr>
      <p:sp>
        <p:nvSpPr>
          <p:cNvPr id="48" name="Google Shape;48;p18"/>
          <p:cNvSpPr txBox="1">
            <a:spLocks noGrp="1"/>
          </p:cNvSpPr>
          <p:nvPr>
            <p:ph type="title"/>
          </p:nvPr>
        </p:nvSpPr>
        <p:spPr>
          <a:xfrm>
            <a:off x="415600" y="593367"/>
            <a:ext cx="11360800" cy="7636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3733"/>
              <a:buNone/>
              <a:defRPr>
                <a:solidFill>
                  <a:srgbClr val="083E4F"/>
                </a:solidFill>
              </a:defRPr>
            </a:lvl1pPr>
            <a:lvl2pPr lvl="1" algn="l">
              <a:lnSpc>
                <a:spcPct val="100000"/>
              </a:lnSpc>
              <a:spcBef>
                <a:spcPts val="0"/>
              </a:spcBef>
              <a:spcAft>
                <a:spcPts val="0"/>
              </a:spcAft>
              <a:buSzPts val="3733"/>
              <a:buNone/>
              <a:defRPr/>
            </a:lvl2pPr>
            <a:lvl3pPr lvl="2" algn="l">
              <a:lnSpc>
                <a:spcPct val="100000"/>
              </a:lnSpc>
              <a:spcBef>
                <a:spcPts val="0"/>
              </a:spcBef>
              <a:spcAft>
                <a:spcPts val="0"/>
              </a:spcAft>
              <a:buSzPts val="3733"/>
              <a:buNone/>
              <a:defRPr/>
            </a:lvl3pPr>
            <a:lvl4pPr lvl="3" algn="l">
              <a:lnSpc>
                <a:spcPct val="100000"/>
              </a:lnSpc>
              <a:spcBef>
                <a:spcPts val="0"/>
              </a:spcBef>
              <a:spcAft>
                <a:spcPts val="0"/>
              </a:spcAft>
              <a:buSzPts val="3733"/>
              <a:buNone/>
              <a:defRPr/>
            </a:lvl4pPr>
            <a:lvl5pPr lvl="4" algn="l">
              <a:lnSpc>
                <a:spcPct val="100000"/>
              </a:lnSpc>
              <a:spcBef>
                <a:spcPts val="0"/>
              </a:spcBef>
              <a:spcAft>
                <a:spcPts val="0"/>
              </a:spcAft>
              <a:buSzPts val="3733"/>
              <a:buNone/>
              <a:defRPr/>
            </a:lvl5pPr>
            <a:lvl6pPr lvl="5" algn="l">
              <a:lnSpc>
                <a:spcPct val="100000"/>
              </a:lnSpc>
              <a:spcBef>
                <a:spcPts val="0"/>
              </a:spcBef>
              <a:spcAft>
                <a:spcPts val="0"/>
              </a:spcAft>
              <a:buSzPts val="3733"/>
              <a:buNone/>
              <a:defRPr/>
            </a:lvl6pPr>
            <a:lvl7pPr lvl="6" algn="l">
              <a:lnSpc>
                <a:spcPct val="100000"/>
              </a:lnSpc>
              <a:spcBef>
                <a:spcPts val="0"/>
              </a:spcBef>
              <a:spcAft>
                <a:spcPts val="0"/>
              </a:spcAft>
              <a:buSzPts val="3733"/>
              <a:buNone/>
              <a:defRPr/>
            </a:lvl7pPr>
            <a:lvl8pPr lvl="7" algn="l">
              <a:lnSpc>
                <a:spcPct val="100000"/>
              </a:lnSpc>
              <a:spcBef>
                <a:spcPts val="0"/>
              </a:spcBef>
              <a:spcAft>
                <a:spcPts val="0"/>
              </a:spcAft>
              <a:buSzPts val="3733"/>
              <a:buNone/>
              <a:defRPr/>
            </a:lvl8pPr>
            <a:lvl9pPr lvl="8" algn="l">
              <a:lnSpc>
                <a:spcPct val="100000"/>
              </a:lnSpc>
              <a:spcBef>
                <a:spcPts val="0"/>
              </a:spcBef>
              <a:spcAft>
                <a:spcPts val="0"/>
              </a:spcAft>
              <a:buSzPts val="3733"/>
              <a:buNone/>
              <a:defRPr/>
            </a:lvl9pPr>
          </a:lstStyle>
          <a:p>
            <a:endParaRPr/>
          </a:p>
        </p:txBody>
      </p:sp>
      <p:sp>
        <p:nvSpPr>
          <p:cNvPr id="49" name="Google Shape;49;p18"/>
          <p:cNvSpPr txBox="1">
            <a:spLocks noGrp="1"/>
          </p:cNvSpPr>
          <p:nvPr>
            <p:ph type="body" idx="1"/>
          </p:nvPr>
        </p:nvSpPr>
        <p:spPr>
          <a:xfrm>
            <a:off x="415600" y="1536633"/>
            <a:ext cx="5333200" cy="4423200"/>
          </a:xfrm>
          <a:prstGeom prst="rect">
            <a:avLst/>
          </a:prstGeom>
          <a:noFill/>
          <a:ln>
            <a:noFill/>
          </a:ln>
        </p:spPr>
        <p:txBody>
          <a:bodyPr spcFirstLastPara="1" wrap="square" lIns="0" tIns="0" rIns="0" bIns="0" anchor="t" anchorCtr="0">
            <a:noAutofit/>
          </a:bodyPr>
          <a:lstStyle>
            <a:lvl1pPr marL="609600" lvl="0" indent="-423333" algn="l">
              <a:lnSpc>
                <a:spcPct val="115000"/>
              </a:lnSpc>
              <a:spcBef>
                <a:spcPts val="0"/>
              </a:spcBef>
              <a:spcAft>
                <a:spcPts val="0"/>
              </a:spcAft>
              <a:buSzPts val="1867"/>
              <a:buChar char="●"/>
              <a:defRPr sz="1600"/>
            </a:lvl1pPr>
            <a:lvl2pPr marL="1219200" lvl="1" indent="-406400" algn="l">
              <a:lnSpc>
                <a:spcPct val="115000"/>
              </a:lnSpc>
              <a:spcBef>
                <a:spcPts val="0"/>
              </a:spcBef>
              <a:spcAft>
                <a:spcPts val="0"/>
              </a:spcAft>
              <a:buSzPts val="1600"/>
              <a:buChar char="○"/>
              <a:defRPr sz="1600"/>
            </a:lvl2pPr>
            <a:lvl3pPr marL="1828800" lvl="2" indent="-406400" algn="l">
              <a:lnSpc>
                <a:spcPct val="115000"/>
              </a:lnSpc>
              <a:spcBef>
                <a:spcPts val="0"/>
              </a:spcBef>
              <a:spcAft>
                <a:spcPts val="0"/>
              </a:spcAft>
              <a:buSzPts val="1600"/>
              <a:buChar char="■"/>
              <a:defRPr sz="1600"/>
            </a:lvl3pPr>
            <a:lvl4pPr marL="2438400" lvl="3" indent="-406400" algn="l">
              <a:lnSpc>
                <a:spcPct val="115000"/>
              </a:lnSpc>
              <a:spcBef>
                <a:spcPts val="0"/>
              </a:spcBef>
              <a:spcAft>
                <a:spcPts val="0"/>
              </a:spcAft>
              <a:buSzPts val="1600"/>
              <a:buChar char="●"/>
              <a:defRPr sz="1600"/>
            </a:lvl4pPr>
            <a:lvl5pPr marL="3048000" lvl="4" indent="-406400" algn="l">
              <a:lnSpc>
                <a:spcPct val="115000"/>
              </a:lnSpc>
              <a:spcBef>
                <a:spcPts val="0"/>
              </a:spcBef>
              <a:spcAft>
                <a:spcPts val="0"/>
              </a:spcAft>
              <a:buSzPts val="1600"/>
              <a:buChar char="○"/>
              <a:defRPr sz="1600"/>
            </a:lvl5pPr>
            <a:lvl6pPr marL="3657600" lvl="5" indent="-406400" algn="l">
              <a:lnSpc>
                <a:spcPct val="115000"/>
              </a:lnSpc>
              <a:spcBef>
                <a:spcPts val="0"/>
              </a:spcBef>
              <a:spcAft>
                <a:spcPts val="0"/>
              </a:spcAft>
              <a:buSzPts val="1600"/>
              <a:buChar char="■"/>
              <a:defRPr sz="1600"/>
            </a:lvl6pPr>
            <a:lvl7pPr marL="4267200" lvl="6" indent="-406400" algn="l">
              <a:lnSpc>
                <a:spcPct val="115000"/>
              </a:lnSpc>
              <a:spcBef>
                <a:spcPts val="0"/>
              </a:spcBef>
              <a:spcAft>
                <a:spcPts val="0"/>
              </a:spcAft>
              <a:buSzPts val="1600"/>
              <a:buChar char="●"/>
              <a:defRPr sz="1600"/>
            </a:lvl7pPr>
            <a:lvl8pPr marL="4876800" lvl="7" indent="-406400" algn="l">
              <a:lnSpc>
                <a:spcPct val="115000"/>
              </a:lnSpc>
              <a:spcBef>
                <a:spcPts val="0"/>
              </a:spcBef>
              <a:spcAft>
                <a:spcPts val="0"/>
              </a:spcAft>
              <a:buSzPts val="1600"/>
              <a:buChar char="○"/>
              <a:defRPr sz="1600"/>
            </a:lvl8pPr>
            <a:lvl9pPr marL="5486400" lvl="8" indent="-406400" algn="l">
              <a:lnSpc>
                <a:spcPct val="115000"/>
              </a:lnSpc>
              <a:spcBef>
                <a:spcPts val="0"/>
              </a:spcBef>
              <a:spcAft>
                <a:spcPts val="0"/>
              </a:spcAft>
              <a:buSzPts val="1600"/>
              <a:buChar char="■"/>
              <a:defRPr sz="1600"/>
            </a:lvl9pPr>
          </a:lstStyle>
          <a:p>
            <a:endParaRPr/>
          </a:p>
        </p:txBody>
      </p:sp>
      <p:sp>
        <p:nvSpPr>
          <p:cNvPr id="50" name="Google Shape;50;p18"/>
          <p:cNvSpPr txBox="1">
            <a:spLocks noGrp="1"/>
          </p:cNvSpPr>
          <p:nvPr>
            <p:ph type="body" idx="2"/>
          </p:nvPr>
        </p:nvSpPr>
        <p:spPr>
          <a:xfrm>
            <a:off x="6443200" y="1536633"/>
            <a:ext cx="5333200" cy="4423200"/>
          </a:xfrm>
          <a:prstGeom prst="rect">
            <a:avLst/>
          </a:prstGeom>
          <a:noFill/>
          <a:ln>
            <a:noFill/>
          </a:ln>
        </p:spPr>
        <p:txBody>
          <a:bodyPr spcFirstLastPara="1" wrap="square" lIns="0" tIns="0" rIns="0" bIns="0" anchor="t" anchorCtr="0">
            <a:noAutofit/>
          </a:bodyPr>
          <a:lstStyle>
            <a:lvl1pPr marL="609600" lvl="0" indent="-423333" algn="l">
              <a:lnSpc>
                <a:spcPct val="115000"/>
              </a:lnSpc>
              <a:spcBef>
                <a:spcPts val="0"/>
              </a:spcBef>
              <a:spcAft>
                <a:spcPts val="0"/>
              </a:spcAft>
              <a:buSzPts val="1867"/>
              <a:buChar char="●"/>
              <a:defRPr sz="1600"/>
            </a:lvl1pPr>
            <a:lvl2pPr marL="1219200" lvl="1" indent="-406400" algn="l">
              <a:lnSpc>
                <a:spcPct val="115000"/>
              </a:lnSpc>
              <a:spcBef>
                <a:spcPts val="0"/>
              </a:spcBef>
              <a:spcAft>
                <a:spcPts val="0"/>
              </a:spcAft>
              <a:buSzPts val="1600"/>
              <a:buChar char="○"/>
              <a:defRPr sz="1600"/>
            </a:lvl2pPr>
            <a:lvl3pPr marL="1828800" lvl="2" indent="-406400" algn="l">
              <a:lnSpc>
                <a:spcPct val="115000"/>
              </a:lnSpc>
              <a:spcBef>
                <a:spcPts val="0"/>
              </a:spcBef>
              <a:spcAft>
                <a:spcPts val="0"/>
              </a:spcAft>
              <a:buSzPts val="1600"/>
              <a:buChar char="■"/>
              <a:defRPr sz="1600"/>
            </a:lvl3pPr>
            <a:lvl4pPr marL="2438400" lvl="3" indent="-406400" algn="l">
              <a:lnSpc>
                <a:spcPct val="115000"/>
              </a:lnSpc>
              <a:spcBef>
                <a:spcPts val="0"/>
              </a:spcBef>
              <a:spcAft>
                <a:spcPts val="0"/>
              </a:spcAft>
              <a:buSzPts val="1600"/>
              <a:buChar char="●"/>
              <a:defRPr sz="1600"/>
            </a:lvl4pPr>
            <a:lvl5pPr marL="3048000" lvl="4" indent="-406400" algn="l">
              <a:lnSpc>
                <a:spcPct val="115000"/>
              </a:lnSpc>
              <a:spcBef>
                <a:spcPts val="0"/>
              </a:spcBef>
              <a:spcAft>
                <a:spcPts val="0"/>
              </a:spcAft>
              <a:buSzPts val="1600"/>
              <a:buChar char="○"/>
              <a:defRPr sz="1600"/>
            </a:lvl5pPr>
            <a:lvl6pPr marL="3657600" lvl="5" indent="-406400" algn="l">
              <a:lnSpc>
                <a:spcPct val="115000"/>
              </a:lnSpc>
              <a:spcBef>
                <a:spcPts val="0"/>
              </a:spcBef>
              <a:spcAft>
                <a:spcPts val="0"/>
              </a:spcAft>
              <a:buSzPts val="1600"/>
              <a:buChar char="■"/>
              <a:defRPr sz="1600"/>
            </a:lvl6pPr>
            <a:lvl7pPr marL="4267200" lvl="6" indent="-406400" algn="l">
              <a:lnSpc>
                <a:spcPct val="115000"/>
              </a:lnSpc>
              <a:spcBef>
                <a:spcPts val="0"/>
              </a:spcBef>
              <a:spcAft>
                <a:spcPts val="0"/>
              </a:spcAft>
              <a:buSzPts val="1600"/>
              <a:buChar char="●"/>
              <a:defRPr sz="1600"/>
            </a:lvl7pPr>
            <a:lvl8pPr marL="4876800" lvl="7" indent="-406400" algn="l">
              <a:lnSpc>
                <a:spcPct val="115000"/>
              </a:lnSpc>
              <a:spcBef>
                <a:spcPts val="0"/>
              </a:spcBef>
              <a:spcAft>
                <a:spcPts val="0"/>
              </a:spcAft>
              <a:buSzPts val="1600"/>
              <a:buChar char="○"/>
              <a:defRPr sz="1600"/>
            </a:lvl8pPr>
            <a:lvl9pPr marL="5486400" lvl="8" indent="-406400" algn="l">
              <a:lnSpc>
                <a:spcPct val="115000"/>
              </a:lnSpc>
              <a:spcBef>
                <a:spcPts val="0"/>
              </a:spcBef>
              <a:spcAft>
                <a:spcPts val="0"/>
              </a:spcAft>
              <a:buSzPts val="1600"/>
              <a:buChar char="■"/>
              <a:defRPr sz="1600"/>
            </a:lvl9pPr>
          </a:lstStyle>
          <a:p>
            <a:endParaRPr/>
          </a:p>
        </p:txBody>
      </p:sp>
      <p:sp>
        <p:nvSpPr>
          <p:cNvPr id="51" name="Google Shape;51;p18"/>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 name="Graphic 1">
            <a:extLst>
              <a:ext uri="{FF2B5EF4-FFF2-40B4-BE49-F238E27FC236}">
                <a16:creationId xmlns:a16="http://schemas.microsoft.com/office/drawing/2014/main" id="{5AE44EE6-2B97-D0C3-B694-1E87082403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5600" y="6150532"/>
            <a:ext cx="3097508" cy="506601"/>
          </a:xfrm>
          <a:prstGeom prst="rect">
            <a:avLst/>
          </a:prstGeom>
        </p:spPr>
      </p:pic>
    </p:spTree>
  </p:cSld>
  <p:clrMapOvr>
    <a:masterClrMapping/>
  </p:clrMapOvr>
</p:sldLayout>
</file>

<file path=ppt/slideLayouts/conference_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53"/>
        <p:cNvGrpSpPr/>
        <p:nvPr/>
      </p:nvGrpSpPr>
      <p:grpSpPr>
        <a:xfrm>
          <a:off x="0" y="0"/>
          <a:ext cx="0" cy="0"/>
          <a:chOff x="0" y="0"/>
          <a:chExt cx="0" cy="0"/>
        </a:xfrm>
      </p:grpSpPr>
      <p:sp>
        <p:nvSpPr>
          <p:cNvPr id="54" name="Google Shape;54;p19"/>
          <p:cNvSpPr txBox="1">
            <a:spLocks noGrp="1"/>
          </p:cNvSpPr>
          <p:nvPr>
            <p:ph type="title"/>
          </p:nvPr>
        </p:nvSpPr>
        <p:spPr>
          <a:xfrm>
            <a:off x="415600" y="593367"/>
            <a:ext cx="11360800" cy="7636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3733"/>
              <a:buNone/>
              <a:defRPr>
                <a:solidFill>
                  <a:srgbClr val="083E4F"/>
                </a:solidFill>
              </a:defRPr>
            </a:lvl1pPr>
            <a:lvl2pPr lvl="1" algn="l">
              <a:lnSpc>
                <a:spcPct val="100000"/>
              </a:lnSpc>
              <a:spcBef>
                <a:spcPts val="0"/>
              </a:spcBef>
              <a:spcAft>
                <a:spcPts val="0"/>
              </a:spcAft>
              <a:buSzPts val="3733"/>
              <a:buNone/>
              <a:defRPr/>
            </a:lvl2pPr>
            <a:lvl3pPr lvl="2" algn="l">
              <a:lnSpc>
                <a:spcPct val="100000"/>
              </a:lnSpc>
              <a:spcBef>
                <a:spcPts val="0"/>
              </a:spcBef>
              <a:spcAft>
                <a:spcPts val="0"/>
              </a:spcAft>
              <a:buSzPts val="3733"/>
              <a:buNone/>
              <a:defRPr/>
            </a:lvl3pPr>
            <a:lvl4pPr lvl="3" algn="l">
              <a:lnSpc>
                <a:spcPct val="100000"/>
              </a:lnSpc>
              <a:spcBef>
                <a:spcPts val="0"/>
              </a:spcBef>
              <a:spcAft>
                <a:spcPts val="0"/>
              </a:spcAft>
              <a:buSzPts val="3733"/>
              <a:buNone/>
              <a:defRPr/>
            </a:lvl4pPr>
            <a:lvl5pPr lvl="4" algn="l">
              <a:lnSpc>
                <a:spcPct val="100000"/>
              </a:lnSpc>
              <a:spcBef>
                <a:spcPts val="0"/>
              </a:spcBef>
              <a:spcAft>
                <a:spcPts val="0"/>
              </a:spcAft>
              <a:buSzPts val="3733"/>
              <a:buNone/>
              <a:defRPr/>
            </a:lvl5pPr>
            <a:lvl6pPr lvl="5" algn="l">
              <a:lnSpc>
                <a:spcPct val="100000"/>
              </a:lnSpc>
              <a:spcBef>
                <a:spcPts val="0"/>
              </a:spcBef>
              <a:spcAft>
                <a:spcPts val="0"/>
              </a:spcAft>
              <a:buSzPts val="3733"/>
              <a:buNone/>
              <a:defRPr/>
            </a:lvl6pPr>
            <a:lvl7pPr lvl="6" algn="l">
              <a:lnSpc>
                <a:spcPct val="100000"/>
              </a:lnSpc>
              <a:spcBef>
                <a:spcPts val="0"/>
              </a:spcBef>
              <a:spcAft>
                <a:spcPts val="0"/>
              </a:spcAft>
              <a:buSzPts val="3733"/>
              <a:buNone/>
              <a:defRPr/>
            </a:lvl7pPr>
            <a:lvl8pPr lvl="7" algn="l">
              <a:lnSpc>
                <a:spcPct val="100000"/>
              </a:lnSpc>
              <a:spcBef>
                <a:spcPts val="0"/>
              </a:spcBef>
              <a:spcAft>
                <a:spcPts val="0"/>
              </a:spcAft>
              <a:buSzPts val="3733"/>
              <a:buNone/>
              <a:defRPr/>
            </a:lvl8pPr>
            <a:lvl9pPr lvl="8" algn="l">
              <a:lnSpc>
                <a:spcPct val="100000"/>
              </a:lnSpc>
              <a:spcBef>
                <a:spcPts val="0"/>
              </a:spcBef>
              <a:spcAft>
                <a:spcPts val="0"/>
              </a:spcAft>
              <a:buSzPts val="3733"/>
              <a:buNone/>
              <a:defRPr/>
            </a:lvl9pPr>
          </a:lstStyle>
          <a:p>
            <a:endParaRPr/>
          </a:p>
        </p:txBody>
      </p:sp>
      <p:sp>
        <p:nvSpPr>
          <p:cNvPr id="55" name="Google Shape;55;p19"/>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 name="Graphic 2">
            <a:extLst>
              <a:ext uri="{FF2B5EF4-FFF2-40B4-BE49-F238E27FC236}">
                <a16:creationId xmlns:a16="http://schemas.microsoft.com/office/drawing/2014/main" id="{C85FDC8E-54F0-6F05-42EE-9D2C823888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5600" y="6150532"/>
            <a:ext cx="3097508" cy="506601"/>
          </a:xfrm>
          <a:prstGeom prst="rect">
            <a:avLst/>
          </a:prstGeom>
        </p:spPr>
      </p:pic>
    </p:spTree>
  </p:cSld>
  <p:clrMapOvr>
    <a:masterClrMapping/>
  </p:clrMapOvr>
</p:sldLayout>
</file>

<file path=ppt/slideLayouts/conference_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20"/>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 name="Graphic 2">
            <a:extLst>
              <a:ext uri="{FF2B5EF4-FFF2-40B4-BE49-F238E27FC236}">
                <a16:creationId xmlns:a16="http://schemas.microsoft.com/office/drawing/2014/main" id="{7E1DFC6C-6771-8459-E441-CFAEECF17A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5600" y="6150532"/>
            <a:ext cx="3097508" cy="506601"/>
          </a:xfrm>
          <a:prstGeom prst="rect">
            <a:avLst/>
          </a:prstGeom>
        </p:spPr>
      </p:pic>
    </p:spTree>
  </p:cSld>
  <p:clrMapOvr>
    <a:masterClrMapping/>
  </p:clrMapOvr>
</p:sldLayout>
</file>

<file path=ppt/slideLayouts/conference_slideLayout10.xml><?xml version="1.0" encoding="utf-8"?>
<p:sldLayout xmlns:a="http://schemas.openxmlformats.org/drawingml/2006/main" xmlns:r="http://schemas.openxmlformats.org/officeDocument/2006/relationships" xmlns:p="http://schemas.openxmlformats.org/presentationml/2006/main" matchingName="Section header">
  <p:cSld name="Logo">
    <p:bg>
      <p:bgPr>
        <a:solidFill>
          <a:srgbClr val="00737C"/>
        </a:solidFill>
        <a:effectLst/>
      </p:bgPr>
    </p:bg>
    <p:spTree>
      <p:nvGrpSpPr>
        <p:cNvPr id="1" name="Shape 60"/>
        <p:cNvGrpSpPr/>
        <p:nvPr/>
      </p:nvGrpSpPr>
      <p:grpSpPr>
        <a:xfrm>
          <a:off x="0" y="0"/>
          <a:ext cx="0" cy="0"/>
          <a:chOff x="0" y="0"/>
          <a:chExt cx="0" cy="0"/>
        </a:xfrm>
      </p:grpSpPr>
      <p:pic>
        <p:nvPicPr>
          <p:cNvPr id="61" name="Google Shape;61;p21"/>
          <p:cNvPicPr preferRelativeResize="0"/>
          <p:nvPr/>
        </p:nvPicPr>
        <p:blipFill rotWithShape="1">
          <a:blip r:embed="rId2">
            <a:alphaModFix/>
          </a:blip>
          <a:srcRect/>
          <a:stretch/>
        </p:blipFill>
        <p:spPr>
          <a:xfrm>
            <a:off x="-15089" y="0"/>
            <a:ext cx="12222179" cy="6858000"/>
          </a:xfrm>
          <a:prstGeom prst="rect">
            <a:avLst/>
          </a:prstGeom>
          <a:noFill/>
          <a:ln>
            <a:noFill/>
          </a:ln>
        </p:spPr>
      </p:pic>
      <p:pic>
        <p:nvPicPr>
          <p:cNvPr id="4" name="Graphic 3">
            <a:extLst>
              <a:ext uri="{FF2B5EF4-FFF2-40B4-BE49-F238E27FC236}">
                <a16:creationId xmlns:a16="http://schemas.microsoft.com/office/drawing/2014/main" id="{1BD2A404-4005-F016-A8A5-790A1FBDB8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14951" y="238015"/>
            <a:ext cx="5673420" cy="927896"/>
          </a:xfrm>
          <a:prstGeom prst="rect">
            <a:avLst/>
          </a:prstGeom>
        </p:spPr>
      </p:pic>
    </p:spTree>
  </p:cSld>
  <p:clrMapOvr>
    <a:masterClrMapping/>
  </p:clrMapOvr>
</p:sldLayout>
</file>

<file path=ppt/slideMasters/_rels/conference_slideMaster1.xml.rels><?xml version="1.0" encoding="utf-8"?><Relationships xmlns="http://schemas.openxmlformats.org/package/2006/relationships"><Relationship Id="rId8" Type="http://schemas.openxmlformats.org/officeDocument/2006/relationships/slideLayout" Target="../slideLayouts/conference_slideLayout8.xml"/><Relationship Id="rId3" Type="http://schemas.openxmlformats.org/officeDocument/2006/relationships/slideLayout" Target="../slideLayouts/conference_slideLayout3.xml"/><Relationship Id="rId7" Type="http://schemas.openxmlformats.org/officeDocument/2006/relationships/slideLayout" Target="../slideLayouts/conference_slideLayout7.xml"/><Relationship Id="rId2" Type="http://schemas.openxmlformats.org/officeDocument/2006/relationships/slideLayout" Target="../slideLayouts/conference_slideLayout2.xml"/><Relationship Id="rId1" Type="http://schemas.openxmlformats.org/officeDocument/2006/relationships/slideLayout" Target="../slideLayouts/conference_slideLayout1.xml"/><Relationship Id="rId6" Type="http://schemas.openxmlformats.org/officeDocument/2006/relationships/slideLayout" Target="../slideLayouts/conference_slideLayout6.xml"/><Relationship Id="rId11" Type="http://schemas.openxmlformats.org/officeDocument/2006/relationships/theme" Target="../theme/conference_theme1.xml"/><Relationship Id="rId5" Type="http://schemas.openxmlformats.org/officeDocument/2006/relationships/slideLayout" Target="../slideLayouts/conference_slideLayout5.xml"/><Relationship Id="rId10" Type="http://schemas.openxmlformats.org/officeDocument/2006/relationships/slideLayout" Target="../slideLayouts/conference_slideLayout10.xml"/><Relationship Id="rId4" Type="http://schemas.openxmlformats.org/officeDocument/2006/relationships/slideLayout" Target="../slideLayouts/conference_slideLayout4.xml"/><Relationship Id="rId9" Type="http://schemas.openxmlformats.org/officeDocument/2006/relationships/slideLayout" Target="../slideLayouts/conference_slideLayout9.xml"/></Relationships>
</file>

<file path=ppt/slideMasters/conference_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415600" y="593367"/>
            <a:ext cx="11360800" cy="7636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chemeClr val="accent1"/>
              </a:buClr>
              <a:buSzPts val="3733"/>
              <a:buFont typeface="Arial"/>
              <a:buNone/>
              <a:defRPr sz="3733" b="1"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2pPr>
            <a:lvl3pPr marR="0" lvl="2"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3pPr>
            <a:lvl4pPr marR="0" lvl="3"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4pPr>
            <a:lvl5pPr marR="0" lvl="4"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5pPr>
            <a:lvl6pPr marR="0" lvl="5"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6pPr>
            <a:lvl7pPr marR="0" lvl="6"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7pPr>
            <a:lvl8pPr marR="0" lvl="7"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8pPr>
            <a:lvl9pPr marR="0" lvl="8" algn="l" rtl="0">
              <a:lnSpc>
                <a:spcPct val="100000"/>
              </a:lnSpc>
              <a:spcBef>
                <a:spcPts val="0"/>
              </a:spcBef>
              <a:spcAft>
                <a:spcPts val="0"/>
              </a:spcAft>
              <a:buClr>
                <a:schemeClr val="accent1"/>
              </a:buClr>
              <a:buSzPts val="3733"/>
              <a:buFont typeface="Arial"/>
              <a:buNone/>
              <a:defRPr sz="3733" b="0" i="0" u="none" strike="noStrike" cap="none">
                <a:solidFill>
                  <a:schemeClr val="accent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415600" y="1536633"/>
            <a:ext cx="11360800" cy="4555200"/>
          </a:xfrm>
          <a:prstGeom prst="rect">
            <a:avLst/>
          </a:prstGeom>
          <a:noFill/>
          <a:ln>
            <a:noFill/>
          </a:ln>
        </p:spPr>
        <p:txBody>
          <a:bodyPr spcFirstLastPara="1" wrap="square" lIns="0" tIns="0" rIns="0" bIns="0" anchor="t" anchorCtr="0">
            <a:noAutofit/>
          </a:bodyPr>
          <a:lstStyle>
            <a:lvl1pPr marL="609600" marR="0" lvl="0" indent="-4572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1219200" marR="0" lvl="1"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2pPr>
            <a:lvl3pPr marL="1828800" marR="0" lvl="2"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3pPr>
            <a:lvl4pPr marL="2438400" marR="0" lvl="3"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4pPr>
            <a:lvl5pPr marL="3048000" marR="0" lvl="4"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5pPr>
            <a:lvl6pPr marL="3657600" marR="0" lvl="5"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6pPr>
            <a:lvl7pPr marL="4267200" marR="0" lvl="6"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7pPr>
            <a:lvl8pPr marL="4876800" marR="0" lvl="7"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8pPr>
            <a:lvl9pPr marL="5486400" marR="0" lvl="8" indent="-423333" algn="l" rtl="0">
              <a:lnSpc>
                <a:spcPct val="115000"/>
              </a:lnSpc>
              <a:spcBef>
                <a:spcPts val="0"/>
              </a:spcBef>
              <a:spcAft>
                <a:spcPts val="0"/>
              </a:spcAft>
              <a:buClr>
                <a:schemeClr val="dk2"/>
              </a:buClr>
              <a:buSzPts val="1867"/>
              <a:buFont typeface="Arial"/>
              <a:buChar char="■"/>
              <a:defRPr sz="1867"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11044800" y="6217623"/>
            <a:ext cx="731600" cy="5248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33"/>
              <a:buFont typeface="Arial"/>
              <a:buNone/>
              <a:defRPr sz="1333"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conference_slideLayout2.xml"/><Relationship Id="rId4"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conference_slideLayout5.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hyperlink" Target="https://www.runatlantis.io/blog/2024/april-2024-survey-results" TargetMode="External"/><Relationship Id="rId2" Type="http://schemas.openxmlformats.org/officeDocument/2006/relationships/slideLayout" Target="../slideLayouts/conference_slideLayout5.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hyperlink" Target="https://github.com/runatlantis/atlantis/pull/5296" TargetMode="External"/><Relationship Id="rId2" Type="http://schemas.openxmlformats.org/officeDocument/2006/relationships/slideLayout" Target="../slideLayouts/conference_slideLayout5.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2" Type="http://schemas.openxmlformats.org/officeDocument/2006/relationships/hyperlink" Target="https://www.runatlantis.io/" TargetMode="External"/><Relationship Id="rId3" Type="http://schemas.openxmlformats.org/officeDocument/2006/relationships/hyperlink" Target="https://www.runatlantis.io/" TargetMode="External"/><Relationship Id="rId4" Type="http://schemas.openxmlformats.org/officeDocument/2006/relationships/hyperlink" Target="https://github.com/runatlantis/atlantis" TargetMode="External"/><Relationship Id="rId1" Type="http://schemas.openxmlformats.org/officeDocument/2006/relationships/image" Target="../media/image-10-1.png"/><Relationship Id="rId5" Type="http://schemas.openxmlformats.org/officeDocument/2006/relationships/slideLayout" Target="../slideLayouts/conference_slideLayout5.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66928" y="1389888"/>
            <a:ext cx="8229600" cy="329184"/>
          </a:xfrm>
          <a:prstGeom prst="rect">
            <a:avLst/>
          </a:prstGeom>
          <a:noFill/>
          <a:ln/>
        </p:spPr>
        <p:txBody>
          <a:bodyPr wrap="square" lIns="0" tIns="0" rIns="0" bIns="0" rtlCol="0" anchor="ctr"/>
          <a:lstStyle/>
          <a:p>
            <a:pPr indent="0" marL="0">
              <a:buNone/>
            </a:pPr>
            <a:r>
              <a:rPr lang="en-US" sz="1800" b="1" spc="100" kern="0" dirty="0">
                <a:solidFill>
                  <a:srgbClr val="FFFFFF"/>
                </a:solidFill>
                <a:latin typeface="Arial" pitchFamily="34" charset="0"/>
                <a:ea typeface="Arial" pitchFamily="34" charset="-122"/>
                <a:cs typeface="Arial" pitchFamily="34" charset="-120"/>
              </a:rPr>
              <a:t>PROJECT LIGHTNING TALK:</a:t>
            </a:r>
            <a:endParaRPr lang="en-US" sz="1800" dirty="0"/>
          </a:p>
        </p:txBody>
      </p:sp>
      <p:sp>
        <p:nvSpPr>
          <p:cNvPr id="3" name="Text 1"/>
          <p:cNvSpPr/>
          <p:nvPr/>
        </p:nvSpPr>
        <p:spPr>
          <a:xfrm>
            <a:off x="566928" y="1856232"/>
            <a:ext cx="7955280" cy="886968"/>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Atlantis:</a:t>
            </a:r>
            <a:endParaRPr lang="en-US" sz="6000" dirty="0"/>
          </a:p>
        </p:txBody>
      </p:sp>
      <p:pic>
        <p:nvPicPr>
          <p:cNvPr id="4" name="Image 0" descr="Official Atlantis project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58000" y="1563624"/>
            <a:ext cx="1143000" cy="1143000"/>
          </a:xfrm>
          <a:prstGeom prst="rect">
            <a:avLst/>
          </a:prstGeom>
        </p:spPr>
      </p:pic>
      <p:sp>
        <p:nvSpPr>
          <p:cNvPr id="5" name="Text 2"/>
          <p:cNvSpPr/>
          <p:nvPr/>
        </p:nvSpPr>
        <p:spPr>
          <a:xfrm>
            <a:off x="566928" y="2898648"/>
            <a:ext cx="8229600" cy="1024128"/>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Terraform Pull Request Automation</a:t>
            </a:r>
            <a:endParaRPr lang="en-US" sz="3100" dirty="0"/>
          </a:p>
          <a:p>
            <a:pPr indent="0" marL="0">
              <a:buNone/>
            </a:pPr>
            <a:r>
              <a:rPr lang="en-US" sz="3100" b="1" dirty="0">
                <a:solidFill>
                  <a:srgbClr val="FFFFFF"/>
                </a:solidFill>
                <a:latin typeface="Arial" pitchFamily="34" charset="0"/>
                <a:ea typeface="Arial" pitchFamily="34" charset="-122"/>
                <a:cs typeface="Arial" pitchFamily="34" charset="-120"/>
              </a:rPr>
              <a:t>for Cloud Native Teams</a:t>
            </a:r>
            <a:endParaRPr lang="en-US" sz="3100" dirty="0"/>
          </a:p>
        </p:txBody>
      </p:sp>
      <p:sp>
        <p:nvSpPr>
          <p:cNvPr id="6" name="Text 3"/>
          <p:cNvSpPr/>
          <p:nvPr/>
        </p:nvSpPr>
        <p:spPr>
          <a:xfrm>
            <a:off x="566928" y="4197096"/>
            <a:ext cx="8229600" cy="384048"/>
          </a:xfrm>
          <a:prstGeom prst="rect">
            <a:avLst/>
          </a:prstGeom>
          <a:noFill/>
          <a:ln/>
        </p:spPr>
        <p:txBody>
          <a:bodyPr wrap="square" lIns="0" tIns="0" rIns="0" bIns="0" rtlCol="0" anchor="ctr"/>
          <a:lstStyle/>
          <a:p>
            <a:pPr indent="0" marL="0">
              <a:buNone/>
            </a:pPr>
            <a:r>
              <a:rPr lang="en-US" sz="2400" dirty="0">
                <a:solidFill>
                  <a:srgbClr val="FFFFFF"/>
                </a:solidFill>
                <a:latin typeface="Arial" pitchFamily="34" charset="0"/>
                <a:ea typeface="Arial" pitchFamily="34" charset="-122"/>
                <a:cs typeface="Arial" pitchFamily="34" charset="-120"/>
              </a:rPr>
              <a:t>Rui Chen  ·  Atlantis Maintainer</a:t>
            </a:r>
            <a:endParaRPr lang="en-US" sz="2400" dirty="0"/>
          </a:p>
        </p:txBody>
      </p:sp>
      <p:sp>
        <p:nvSpPr>
          <p:cNvPr id="7" name="Text 4"/>
          <p:cNvSpPr/>
          <p:nvPr/>
        </p:nvSpPr>
        <p:spPr>
          <a:xfrm>
            <a:off x="566928" y="4672584"/>
            <a:ext cx="8229600" cy="301752"/>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Shanghai, China  ·  September 8,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THE WORKFLOW GAP</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Code review needs the execution result.</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02</a:t>
            </a:r>
            <a:endParaRPr lang="en-US" sz="1200" dirty="0"/>
          </a:p>
        </p:txBody>
      </p:sp>
      <p:sp>
        <p:nvSpPr>
          <p:cNvPr id="5" name="Shape 3"/>
          <p:cNvSpPr/>
          <p:nvPr/>
        </p:nvSpPr>
        <p:spPr>
          <a:xfrm>
            <a:off x="731520" y="2560320"/>
            <a:ext cx="4206240" cy="1371600"/>
          </a:xfrm>
          <a:prstGeom prst="rect">
            <a:avLst/>
          </a:prstGeom>
          <a:solidFill>
            <a:srgbClr val="EAF1F3"/>
          </a:solidFill>
          <a:ln w="12700">
            <a:solidFill>
              <a:srgbClr val="EAF1F3"/>
            </a:solidFill>
            <a:prstDash val="solid"/>
          </a:ln>
        </p:spPr>
      </p:sp>
      <p:sp>
        <p:nvSpPr>
          <p:cNvPr id="6" name="Text 4"/>
          <p:cNvSpPr/>
          <p:nvPr/>
        </p:nvSpPr>
        <p:spPr>
          <a:xfrm>
            <a:off x="932688" y="2697480"/>
            <a:ext cx="380390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Pull request</a:t>
            </a:r>
            <a:endParaRPr lang="en-US" sz="2700" dirty="0"/>
          </a:p>
        </p:txBody>
      </p:sp>
      <p:sp>
        <p:nvSpPr>
          <p:cNvPr id="7" name="Text 5"/>
          <p:cNvSpPr/>
          <p:nvPr/>
        </p:nvSpPr>
        <p:spPr>
          <a:xfrm>
            <a:off x="932688" y="3182112"/>
            <a:ext cx="380390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Code is reviewed</a:t>
            </a:r>
            <a:endParaRPr lang="en-US" sz="1900" dirty="0"/>
          </a:p>
        </p:txBody>
      </p:sp>
      <p:sp>
        <p:nvSpPr>
          <p:cNvPr id="8" name="Shape 6"/>
          <p:cNvSpPr/>
          <p:nvPr/>
        </p:nvSpPr>
        <p:spPr>
          <a:xfrm>
            <a:off x="5212080" y="3246120"/>
            <a:ext cx="1645920" cy="0"/>
          </a:xfrm>
          <a:prstGeom prst="line">
            <a:avLst/>
          </a:prstGeom>
          <a:noFill/>
          <a:ln w="25400">
            <a:solidFill>
              <a:srgbClr val="086679"/>
            </a:solidFill>
            <a:prstDash val="solid"/>
            <a:headEnd type="none"/>
            <a:tailEnd type="triangle"/>
          </a:ln>
        </p:spPr>
      </p:sp>
      <p:sp>
        <p:nvSpPr>
          <p:cNvPr id="9" name="Shape 7"/>
          <p:cNvSpPr/>
          <p:nvPr/>
        </p:nvSpPr>
        <p:spPr>
          <a:xfrm>
            <a:off x="7178040" y="2560320"/>
            <a:ext cx="4206240" cy="1371600"/>
          </a:xfrm>
          <a:prstGeom prst="rect">
            <a:avLst/>
          </a:prstGeom>
          <a:solidFill>
            <a:srgbClr val="EAF1F3"/>
          </a:solidFill>
          <a:ln w="12700">
            <a:solidFill>
              <a:srgbClr val="EAF1F3"/>
            </a:solidFill>
            <a:prstDash val="solid"/>
          </a:ln>
        </p:spPr>
      </p:sp>
      <p:sp>
        <p:nvSpPr>
          <p:cNvPr id="10" name="Text 8"/>
          <p:cNvSpPr/>
          <p:nvPr/>
        </p:nvSpPr>
        <p:spPr>
          <a:xfrm>
            <a:off x="7379208" y="2697480"/>
            <a:ext cx="380390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Laptop</a:t>
            </a:r>
            <a:endParaRPr lang="en-US" sz="2700" dirty="0"/>
          </a:p>
        </p:txBody>
      </p:sp>
      <p:sp>
        <p:nvSpPr>
          <p:cNvPr id="11" name="Text 9"/>
          <p:cNvSpPr/>
          <p:nvPr/>
        </p:nvSpPr>
        <p:spPr>
          <a:xfrm>
            <a:off x="7379208" y="3182112"/>
            <a:ext cx="380390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Someone runs the change</a:t>
            </a:r>
            <a:endParaRPr lang="en-US" sz="1900" dirty="0"/>
          </a:p>
        </p:txBody>
      </p:sp>
      <p:sp>
        <p:nvSpPr>
          <p:cNvPr id="12" name="Text 10"/>
          <p:cNvSpPr/>
          <p:nvPr/>
        </p:nvSpPr>
        <p:spPr>
          <a:xfrm>
            <a:off x="731520" y="4754880"/>
            <a:ext cx="10698480" cy="731520"/>
          </a:xfrm>
          <a:prstGeom prst="rect">
            <a:avLst/>
          </a:prstGeom>
          <a:noFill/>
          <a:ln/>
        </p:spPr>
        <p:txBody>
          <a:bodyPr wrap="square" lIns="0" tIns="0" rIns="0" bIns="0" rtlCol="0" anchor="ctr"/>
          <a:lstStyle/>
          <a:p>
            <a:pPr indent="0" marL="0">
              <a:buNone/>
            </a:pPr>
            <a:r>
              <a:rPr lang="en-US" sz="3000" b="1" dirty="0">
                <a:solidFill>
                  <a:srgbClr val="086679"/>
                </a:solidFill>
                <a:latin typeface="Arial" pitchFamily="34" charset="0"/>
                <a:ea typeface="Arial" pitchFamily="34" charset="-122"/>
                <a:cs typeface="Arial" pitchFamily="34" charset="-120"/>
              </a:rPr>
              <a:t>Which plan?     Who applied it?     What happened?</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PLAN</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Open a PR. See the plan.</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03</a:t>
            </a:r>
            <a:endParaRPr lang="en-US" sz="1200" dirty="0"/>
          </a:p>
        </p:txBody>
      </p:sp>
      <p:sp>
        <p:nvSpPr>
          <p:cNvPr id="5" name="Shape 3"/>
          <p:cNvSpPr/>
          <p:nvPr/>
        </p:nvSpPr>
        <p:spPr>
          <a:xfrm>
            <a:off x="731520" y="2560320"/>
            <a:ext cx="4114800" cy="1463040"/>
          </a:xfrm>
          <a:prstGeom prst="rect">
            <a:avLst/>
          </a:prstGeom>
          <a:solidFill>
            <a:srgbClr val="EAF1F3"/>
          </a:solidFill>
          <a:ln w="12700">
            <a:solidFill>
              <a:srgbClr val="EAF1F3"/>
            </a:solidFill>
            <a:prstDash val="solid"/>
          </a:ln>
        </p:spPr>
      </p:sp>
      <p:sp>
        <p:nvSpPr>
          <p:cNvPr id="6" name="Text 4"/>
          <p:cNvSpPr/>
          <p:nvPr/>
        </p:nvSpPr>
        <p:spPr>
          <a:xfrm>
            <a:off x="932688" y="2697480"/>
            <a:ext cx="371246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Git pull request</a:t>
            </a:r>
            <a:endParaRPr lang="en-US" sz="2700" dirty="0"/>
          </a:p>
        </p:txBody>
      </p:sp>
      <p:sp>
        <p:nvSpPr>
          <p:cNvPr id="7" name="Text 5"/>
          <p:cNvSpPr/>
          <p:nvPr/>
        </p:nvSpPr>
        <p:spPr>
          <a:xfrm>
            <a:off x="932688" y="3182112"/>
            <a:ext cx="371246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Developer opens a change</a:t>
            </a:r>
            <a:endParaRPr lang="en-US" sz="1900" dirty="0"/>
          </a:p>
        </p:txBody>
      </p:sp>
      <p:sp>
        <p:nvSpPr>
          <p:cNvPr id="8" name="Shape 6"/>
          <p:cNvSpPr/>
          <p:nvPr/>
        </p:nvSpPr>
        <p:spPr>
          <a:xfrm>
            <a:off x="7315200" y="2560320"/>
            <a:ext cx="4114800" cy="1463040"/>
          </a:xfrm>
          <a:prstGeom prst="rect">
            <a:avLst/>
          </a:prstGeom>
          <a:solidFill>
            <a:srgbClr val="EAF1F3"/>
          </a:solidFill>
          <a:ln w="12700">
            <a:solidFill>
              <a:srgbClr val="EAF1F3"/>
            </a:solidFill>
            <a:prstDash val="solid"/>
          </a:ln>
        </p:spPr>
      </p:sp>
      <p:sp>
        <p:nvSpPr>
          <p:cNvPr id="9" name="Text 7"/>
          <p:cNvSpPr/>
          <p:nvPr/>
        </p:nvSpPr>
        <p:spPr>
          <a:xfrm>
            <a:off x="7516368" y="2697480"/>
            <a:ext cx="371246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Atlantis</a:t>
            </a:r>
            <a:endParaRPr lang="en-US" sz="2700" dirty="0"/>
          </a:p>
        </p:txBody>
      </p:sp>
      <p:sp>
        <p:nvSpPr>
          <p:cNvPr id="10" name="Text 8"/>
          <p:cNvSpPr/>
          <p:nvPr/>
        </p:nvSpPr>
        <p:spPr>
          <a:xfrm>
            <a:off x="7516368" y="3182112"/>
            <a:ext cx="371246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Runs Terraform / OpenTofu</a:t>
            </a:r>
            <a:endParaRPr lang="en-US" sz="1900" dirty="0"/>
          </a:p>
        </p:txBody>
      </p:sp>
      <p:sp>
        <p:nvSpPr>
          <p:cNvPr id="11" name="Shape 9"/>
          <p:cNvSpPr/>
          <p:nvPr/>
        </p:nvSpPr>
        <p:spPr>
          <a:xfrm>
            <a:off x="5029200" y="2880360"/>
            <a:ext cx="2103120" cy="0"/>
          </a:xfrm>
          <a:prstGeom prst="line">
            <a:avLst/>
          </a:prstGeom>
          <a:noFill/>
          <a:ln w="25400">
            <a:solidFill>
              <a:srgbClr val="086679"/>
            </a:solidFill>
            <a:prstDash val="solid"/>
            <a:headEnd type="none"/>
            <a:tailEnd type="triangle"/>
          </a:ln>
        </p:spPr>
      </p:sp>
      <p:sp>
        <p:nvSpPr>
          <p:cNvPr id="12" name="Text 10"/>
          <p:cNvSpPr/>
          <p:nvPr/>
        </p:nvSpPr>
        <p:spPr>
          <a:xfrm>
            <a:off x="4937760" y="2377440"/>
            <a:ext cx="2240280" cy="365760"/>
          </a:xfrm>
          <a:prstGeom prst="rect">
            <a:avLst/>
          </a:prstGeom>
          <a:noFill/>
          <a:ln/>
        </p:spPr>
        <p:txBody>
          <a:bodyPr wrap="square" lIns="0" tIns="0" rIns="0" bIns="0" rtlCol="0" anchor="ctr"/>
          <a:lstStyle/>
          <a:p>
            <a:pPr algn="ctr" indent="0" marL="0">
              <a:buNone/>
            </a:pPr>
            <a:r>
              <a:rPr lang="en-US" sz="2300" dirty="0">
                <a:solidFill>
                  <a:srgbClr val="086679"/>
                </a:solidFill>
                <a:latin typeface="Arial" pitchFamily="34" charset="0"/>
                <a:ea typeface="Arial" pitchFamily="34" charset="-122"/>
                <a:cs typeface="Arial" pitchFamily="34" charset="-120"/>
              </a:rPr>
              <a:t>Webhook</a:t>
            </a:r>
            <a:endParaRPr lang="en-US" sz="2300" dirty="0"/>
          </a:p>
        </p:txBody>
      </p:sp>
      <p:sp>
        <p:nvSpPr>
          <p:cNvPr id="13" name="Shape 11"/>
          <p:cNvSpPr/>
          <p:nvPr/>
        </p:nvSpPr>
        <p:spPr>
          <a:xfrm>
            <a:off x="7132320" y="3657600"/>
            <a:ext cx="-2103120" cy="0"/>
          </a:xfrm>
          <a:prstGeom prst="line">
            <a:avLst/>
          </a:prstGeom>
          <a:noFill/>
          <a:ln w="25400">
            <a:solidFill>
              <a:srgbClr val="086679"/>
            </a:solidFill>
            <a:prstDash val="solid"/>
            <a:headEnd type="none"/>
            <a:tailEnd type="triangle"/>
          </a:ln>
        </p:spPr>
      </p:sp>
      <p:sp>
        <p:nvSpPr>
          <p:cNvPr id="14" name="Text 12"/>
          <p:cNvSpPr/>
          <p:nvPr/>
        </p:nvSpPr>
        <p:spPr>
          <a:xfrm>
            <a:off x="4937760" y="3886200"/>
            <a:ext cx="2240280" cy="365760"/>
          </a:xfrm>
          <a:prstGeom prst="rect">
            <a:avLst/>
          </a:prstGeom>
          <a:noFill/>
          <a:ln/>
        </p:spPr>
        <p:txBody>
          <a:bodyPr wrap="square" lIns="0" tIns="0" rIns="0" bIns="0" rtlCol="0" anchor="ctr"/>
          <a:lstStyle/>
          <a:p>
            <a:pPr algn="ctr" indent="0" marL="0">
              <a:buNone/>
            </a:pPr>
            <a:r>
              <a:rPr lang="en-US" sz="2300" dirty="0">
                <a:solidFill>
                  <a:srgbClr val="086679"/>
                </a:solidFill>
                <a:latin typeface="Arial" pitchFamily="34" charset="0"/>
                <a:ea typeface="Arial" pitchFamily="34" charset="-122"/>
                <a:cs typeface="Arial" pitchFamily="34" charset="-120"/>
              </a:rPr>
              <a:t>Plan result</a:t>
            </a:r>
            <a:endParaRPr lang="en-US" sz="2300" dirty="0"/>
          </a:p>
        </p:txBody>
      </p:sp>
      <p:sp>
        <p:nvSpPr>
          <p:cNvPr id="15" name="Text 13"/>
          <p:cNvSpPr/>
          <p:nvPr/>
        </p:nvSpPr>
        <p:spPr>
          <a:xfrm>
            <a:off x="731520" y="5029200"/>
            <a:ext cx="10698480" cy="594360"/>
          </a:xfrm>
          <a:prstGeom prst="rect">
            <a:avLst/>
          </a:prstGeom>
          <a:noFill/>
          <a:ln/>
        </p:spPr>
        <p:txBody>
          <a:bodyPr wrap="square" lIns="0" tIns="0" rIns="0" bIns="0" rtlCol="0" anchor="ctr"/>
          <a:lstStyle/>
          <a:p>
            <a:pPr indent="0" marL="0">
              <a:buNone/>
            </a:pPr>
            <a:r>
              <a:rPr lang="en-US" sz="3400" b="1" dirty="0">
                <a:solidFill>
                  <a:srgbClr val="083E4F"/>
                </a:solidFill>
                <a:latin typeface="Arial" pitchFamily="34" charset="0"/>
                <a:ea typeface="Arial" pitchFamily="34" charset="-122"/>
                <a:cs typeface="Arial" pitchFamily="34" charset="-120"/>
              </a:rPr>
              <a:t>Review the code and the plan together.</a:t>
            </a:r>
            <a:endParaRPr lang="en-US" sz="3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REVIEW → APPLY</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Review it. Request the apply.</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04</a:t>
            </a:r>
            <a:endParaRPr lang="en-US" sz="1200" dirty="0"/>
          </a:p>
        </p:txBody>
      </p:sp>
      <p:sp>
        <p:nvSpPr>
          <p:cNvPr id="5" name="Shape 3"/>
          <p:cNvSpPr/>
          <p:nvPr/>
        </p:nvSpPr>
        <p:spPr>
          <a:xfrm>
            <a:off x="731520" y="2377440"/>
            <a:ext cx="4937760" cy="1280160"/>
          </a:xfrm>
          <a:prstGeom prst="rect">
            <a:avLst/>
          </a:prstGeom>
          <a:solidFill>
            <a:srgbClr val="EAF1F3"/>
          </a:solidFill>
          <a:ln w="12700">
            <a:solidFill>
              <a:srgbClr val="EAF1F3"/>
            </a:solidFill>
            <a:prstDash val="solid"/>
          </a:ln>
        </p:spPr>
      </p:sp>
      <p:sp>
        <p:nvSpPr>
          <p:cNvPr id="6" name="Text 4"/>
          <p:cNvSpPr/>
          <p:nvPr/>
        </p:nvSpPr>
        <p:spPr>
          <a:xfrm>
            <a:off x="932688" y="2514600"/>
            <a:ext cx="453542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Pull request</a:t>
            </a:r>
            <a:endParaRPr lang="en-US" sz="2700" dirty="0"/>
          </a:p>
        </p:txBody>
      </p:sp>
      <p:sp>
        <p:nvSpPr>
          <p:cNvPr id="7" name="Text 5"/>
          <p:cNvSpPr/>
          <p:nvPr/>
        </p:nvSpPr>
        <p:spPr>
          <a:xfrm>
            <a:off x="932688" y="2999232"/>
            <a:ext cx="453542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Review + configured approval</a:t>
            </a:r>
            <a:endParaRPr lang="en-US" sz="1900" dirty="0"/>
          </a:p>
        </p:txBody>
      </p:sp>
      <p:sp>
        <p:nvSpPr>
          <p:cNvPr id="8" name="Text 6"/>
          <p:cNvSpPr/>
          <p:nvPr/>
        </p:nvSpPr>
        <p:spPr>
          <a:xfrm>
            <a:off x="731520" y="4069080"/>
            <a:ext cx="4937760" cy="548640"/>
          </a:xfrm>
          <a:prstGeom prst="rect">
            <a:avLst/>
          </a:prstGeom>
          <a:noFill/>
          <a:ln/>
        </p:spPr>
        <p:txBody>
          <a:bodyPr wrap="square" lIns="0" tIns="0" rIns="0" bIns="0" rtlCol="0" anchor="ctr"/>
          <a:lstStyle/>
          <a:p>
            <a:pPr indent="0" marL="0">
              <a:buNone/>
            </a:pPr>
            <a:r>
              <a:rPr lang="en-US" sz="3400" b="1" dirty="0">
                <a:solidFill>
                  <a:srgbClr val="086679"/>
                </a:solidFill>
                <a:latin typeface="Arial" pitchFamily="34" charset="0"/>
                <a:ea typeface="Arial" pitchFamily="34" charset="-122"/>
                <a:cs typeface="Arial" pitchFamily="34" charset="-120"/>
              </a:rPr>
              <a:t>atlantis apply</a:t>
            </a:r>
            <a:endParaRPr lang="en-US" sz="3400" dirty="0"/>
          </a:p>
        </p:txBody>
      </p:sp>
      <p:sp>
        <p:nvSpPr>
          <p:cNvPr id="9" name="Shape 7"/>
          <p:cNvSpPr/>
          <p:nvPr/>
        </p:nvSpPr>
        <p:spPr>
          <a:xfrm>
            <a:off x="5852160" y="3017520"/>
            <a:ext cx="1188720" cy="0"/>
          </a:xfrm>
          <a:prstGeom prst="line">
            <a:avLst/>
          </a:prstGeom>
          <a:noFill/>
          <a:ln w="25400">
            <a:solidFill>
              <a:srgbClr val="086679"/>
            </a:solidFill>
            <a:prstDash val="solid"/>
            <a:headEnd type="none"/>
            <a:tailEnd type="triangle"/>
          </a:ln>
        </p:spPr>
      </p:sp>
      <p:sp>
        <p:nvSpPr>
          <p:cNvPr id="10" name="Shape 8"/>
          <p:cNvSpPr/>
          <p:nvPr/>
        </p:nvSpPr>
        <p:spPr>
          <a:xfrm>
            <a:off x="7223760" y="2377440"/>
            <a:ext cx="4206240" cy="1280160"/>
          </a:xfrm>
          <a:prstGeom prst="rect">
            <a:avLst/>
          </a:prstGeom>
          <a:solidFill>
            <a:srgbClr val="EAF1F3"/>
          </a:solidFill>
          <a:ln w="12700">
            <a:solidFill>
              <a:srgbClr val="EAF1F3"/>
            </a:solidFill>
            <a:prstDash val="solid"/>
          </a:ln>
        </p:spPr>
      </p:sp>
      <p:sp>
        <p:nvSpPr>
          <p:cNvPr id="11" name="Text 9"/>
          <p:cNvSpPr/>
          <p:nvPr/>
        </p:nvSpPr>
        <p:spPr>
          <a:xfrm>
            <a:off x="7424928" y="2514600"/>
            <a:ext cx="380390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Atlantis</a:t>
            </a:r>
            <a:endParaRPr lang="en-US" sz="2700" dirty="0"/>
          </a:p>
        </p:txBody>
      </p:sp>
      <p:sp>
        <p:nvSpPr>
          <p:cNvPr id="12" name="Text 10"/>
          <p:cNvSpPr/>
          <p:nvPr/>
        </p:nvSpPr>
        <p:spPr>
          <a:xfrm>
            <a:off x="7424928" y="2999232"/>
            <a:ext cx="380390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Checks requirements; executes</a:t>
            </a:r>
            <a:endParaRPr lang="en-US" sz="1900" dirty="0"/>
          </a:p>
        </p:txBody>
      </p:sp>
      <p:sp>
        <p:nvSpPr>
          <p:cNvPr id="13" name="Shape 11"/>
          <p:cNvSpPr/>
          <p:nvPr/>
        </p:nvSpPr>
        <p:spPr>
          <a:xfrm>
            <a:off x="9326880" y="3840480"/>
            <a:ext cx="0" cy="548640"/>
          </a:xfrm>
          <a:prstGeom prst="line">
            <a:avLst/>
          </a:prstGeom>
          <a:noFill/>
          <a:ln w="25400">
            <a:solidFill>
              <a:srgbClr val="086679"/>
            </a:solidFill>
            <a:prstDash val="solid"/>
            <a:headEnd type="none"/>
            <a:tailEnd type="triangle"/>
          </a:ln>
        </p:spPr>
      </p:sp>
      <p:sp>
        <p:nvSpPr>
          <p:cNvPr id="14" name="Shape 12"/>
          <p:cNvSpPr/>
          <p:nvPr/>
        </p:nvSpPr>
        <p:spPr>
          <a:xfrm>
            <a:off x="7223760" y="4572000"/>
            <a:ext cx="4206240" cy="1143000"/>
          </a:xfrm>
          <a:prstGeom prst="rect">
            <a:avLst/>
          </a:prstGeom>
          <a:solidFill>
            <a:srgbClr val="EAF1F3"/>
          </a:solidFill>
          <a:ln w="12700">
            <a:solidFill>
              <a:srgbClr val="EAF1F3"/>
            </a:solidFill>
            <a:prstDash val="solid"/>
          </a:ln>
        </p:spPr>
      </p:sp>
      <p:sp>
        <p:nvSpPr>
          <p:cNvPr id="15" name="Text 13"/>
          <p:cNvSpPr/>
          <p:nvPr/>
        </p:nvSpPr>
        <p:spPr>
          <a:xfrm>
            <a:off x="7424928" y="4709160"/>
            <a:ext cx="3803904" cy="393192"/>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Infrastructure</a:t>
            </a:r>
            <a:endParaRPr lang="en-US" sz="2700" dirty="0"/>
          </a:p>
        </p:txBody>
      </p:sp>
      <p:sp>
        <p:nvSpPr>
          <p:cNvPr id="16" name="Text 14"/>
          <p:cNvSpPr/>
          <p:nvPr/>
        </p:nvSpPr>
        <p:spPr>
          <a:xfrm>
            <a:off x="7424928" y="5193792"/>
            <a:ext cx="3803904" cy="329184"/>
          </a:xfrm>
          <a:prstGeom prst="rect">
            <a:avLst/>
          </a:prstGeom>
          <a:noFill/>
          <a:ln/>
        </p:spPr>
        <p:txBody>
          <a:bodyPr wrap="square" lIns="0" tIns="0" rIns="0" bIns="0" rtlCol="0" anchor="ctr"/>
          <a:lstStyle/>
          <a:p>
            <a:pPr indent="0" marL="0">
              <a:buNone/>
            </a:pPr>
            <a:r>
              <a:rPr lang="en-US" sz="1900" dirty="0">
                <a:solidFill>
                  <a:srgbClr val="405965"/>
                </a:solidFill>
                <a:latin typeface="Arial" pitchFamily="34" charset="0"/>
                <a:ea typeface="Arial" pitchFamily="34" charset="-122"/>
                <a:cs typeface="Arial" pitchFamily="34" charset="-120"/>
              </a:rPr>
              <a:t>Via provider APIs</a:t>
            </a:r>
            <a:endParaRPr lang="en-US" sz="1900" dirty="0"/>
          </a:p>
        </p:txBody>
      </p:sp>
      <p:sp>
        <p:nvSpPr>
          <p:cNvPr id="17" name="Text 15"/>
          <p:cNvSpPr/>
          <p:nvPr/>
        </p:nvSpPr>
        <p:spPr>
          <a:xfrm>
            <a:off x="731520" y="5212080"/>
            <a:ext cx="6035040" cy="457200"/>
          </a:xfrm>
          <a:prstGeom prst="rect">
            <a:avLst/>
          </a:prstGeom>
          <a:noFill/>
          <a:ln/>
        </p:spPr>
        <p:txBody>
          <a:bodyPr wrap="square" lIns="0" tIns="0" rIns="0" bIns="0" rtlCol="0" anchor="ctr"/>
          <a:lstStyle/>
          <a:p>
            <a:pPr indent="0" marL="0">
              <a:buNone/>
            </a:pPr>
            <a:r>
              <a:rPr lang="en-US" sz="2700" dirty="0">
                <a:solidFill>
                  <a:srgbClr val="405965"/>
                </a:solidFill>
                <a:latin typeface="Arial" pitchFamily="34" charset="0"/>
                <a:ea typeface="Arial" pitchFamily="34" charset="-122"/>
                <a:cs typeface="Arial" pitchFamily="34" charset="-120"/>
              </a:rPr>
              <a:t>Execution result returns to the PR.</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ENGINEER EXPERIENCE</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One change. One PR conversation.</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05</a:t>
            </a:r>
            <a:endParaRPr lang="en-US" sz="1200" dirty="0"/>
          </a:p>
        </p:txBody>
      </p:sp>
      <p:sp>
        <p:nvSpPr>
          <p:cNvPr id="5" name="Shape 3"/>
          <p:cNvSpPr/>
          <p:nvPr/>
        </p:nvSpPr>
        <p:spPr>
          <a:xfrm>
            <a:off x="658368" y="2148840"/>
            <a:ext cx="10881360" cy="3657600"/>
          </a:xfrm>
          <a:prstGeom prst="rect">
            <a:avLst/>
          </a:prstGeom>
          <a:solidFill>
            <a:srgbClr val="EAF1F3"/>
          </a:solidFill>
          <a:ln w="12700">
            <a:solidFill>
              <a:srgbClr val="EAF1F3"/>
            </a:solidFill>
            <a:prstDash val="solid"/>
          </a:ln>
        </p:spPr>
      </p:sp>
      <p:sp>
        <p:nvSpPr>
          <p:cNvPr id="6" name="Text 4"/>
          <p:cNvSpPr/>
          <p:nvPr/>
        </p:nvSpPr>
        <p:spPr>
          <a:xfrm>
            <a:off x="932688" y="2377440"/>
            <a:ext cx="9966960" cy="384048"/>
          </a:xfrm>
          <a:prstGeom prst="rect">
            <a:avLst/>
          </a:prstGeom>
          <a:noFill/>
          <a:ln/>
        </p:spPr>
        <p:txBody>
          <a:bodyPr wrap="square" lIns="0" tIns="0" rIns="0" bIns="0" rtlCol="0" anchor="ctr"/>
          <a:lstStyle/>
          <a:p>
            <a:pPr indent="0" marL="0">
              <a:buNone/>
            </a:pPr>
            <a:r>
              <a:rPr lang="en-US" sz="2700" b="1" dirty="0">
                <a:solidFill>
                  <a:srgbClr val="083E4F"/>
                </a:solidFill>
                <a:latin typeface="Arial" pitchFamily="34" charset="0"/>
                <a:ea typeface="Arial" pitchFamily="34" charset="-122"/>
                <a:cs typeface="Arial" pitchFamily="34" charset="-120"/>
              </a:rPr>
              <a:t>infra: resize production database</a:t>
            </a:r>
            <a:endParaRPr lang="en-US" sz="2700" dirty="0"/>
          </a:p>
        </p:txBody>
      </p:sp>
      <p:sp>
        <p:nvSpPr>
          <p:cNvPr id="7" name="Shape 5"/>
          <p:cNvSpPr/>
          <p:nvPr/>
        </p:nvSpPr>
        <p:spPr>
          <a:xfrm>
            <a:off x="932688" y="2971800"/>
            <a:ext cx="10287000" cy="0"/>
          </a:xfrm>
          <a:prstGeom prst="line">
            <a:avLst/>
          </a:prstGeom>
          <a:noFill/>
          <a:ln w="25400">
            <a:solidFill>
              <a:srgbClr val="A6BAC1"/>
            </a:solidFill>
            <a:prstDash val="solid"/>
            <a:headEnd type="none"/>
            <a:tailEnd type="none"/>
          </a:ln>
        </p:spPr>
      </p:sp>
      <p:sp>
        <p:nvSpPr>
          <p:cNvPr id="8" name="Text 6"/>
          <p:cNvSpPr/>
          <p:nvPr/>
        </p:nvSpPr>
        <p:spPr>
          <a:xfrm>
            <a:off x="950976" y="3218688"/>
            <a:ext cx="1508760" cy="365760"/>
          </a:xfrm>
          <a:prstGeom prst="rect">
            <a:avLst/>
          </a:prstGeom>
          <a:noFill/>
          <a:ln/>
        </p:spPr>
        <p:txBody>
          <a:bodyPr wrap="square" lIns="0" tIns="0" rIns="0" bIns="0" rtlCol="0" anchor="ctr"/>
          <a:lstStyle/>
          <a:p>
            <a:pPr indent="0" marL="0">
              <a:buNone/>
            </a:pPr>
            <a:r>
              <a:rPr lang="en-US" sz="2100" dirty="0">
                <a:solidFill>
                  <a:srgbClr val="405965"/>
                </a:solidFill>
                <a:latin typeface="Arial" pitchFamily="34" charset="0"/>
                <a:ea typeface="Arial" pitchFamily="34" charset="-122"/>
                <a:cs typeface="Arial" pitchFamily="34" charset="-120"/>
              </a:rPr>
              <a:t>Atlantis</a:t>
            </a:r>
            <a:endParaRPr lang="en-US" sz="2100" dirty="0"/>
          </a:p>
        </p:txBody>
      </p:sp>
      <p:sp>
        <p:nvSpPr>
          <p:cNvPr id="9" name="Text 7"/>
          <p:cNvSpPr/>
          <p:nvPr/>
        </p:nvSpPr>
        <p:spPr>
          <a:xfrm>
            <a:off x="2743200" y="3218688"/>
            <a:ext cx="8412480" cy="365760"/>
          </a:xfrm>
          <a:prstGeom prst="rect">
            <a:avLst/>
          </a:prstGeom>
          <a:noFill/>
          <a:ln/>
        </p:spPr>
        <p:txBody>
          <a:bodyPr wrap="square" lIns="0" tIns="0" rIns="0" bIns="0" rtlCol="0" anchor="ctr"/>
          <a:lstStyle/>
          <a:p>
            <a:pPr indent="0" marL="0">
              <a:buNone/>
            </a:pPr>
            <a:r>
              <a:rPr lang="en-US" sz="2500" b="1" dirty="0">
                <a:solidFill>
                  <a:srgbClr val="086679"/>
                </a:solidFill>
                <a:latin typeface="Arial" pitchFamily="34" charset="0"/>
                <a:ea typeface="Arial" pitchFamily="34" charset="-122"/>
                <a:cs typeface="Arial" pitchFamily="34" charset="-120"/>
              </a:rPr>
              <a:t>Plan: 0 to add, 1 to change, 0 to destroy</a:t>
            </a:r>
            <a:endParaRPr lang="en-US" sz="2500" dirty="0"/>
          </a:p>
        </p:txBody>
      </p:sp>
      <p:sp>
        <p:nvSpPr>
          <p:cNvPr id="10" name="Text 8"/>
          <p:cNvSpPr/>
          <p:nvPr/>
        </p:nvSpPr>
        <p:spPr>
          <a:xfrm>
            <a:off x="950976" y="3813048"/>
            <a:ext cx="1508760" cy="365760"/>
          </a:xfrm>
          <a:prstGeom prst="rect">
            <a:avLst/>
          </a:prstGeom>
          <a:noFill/>
          <a:ln/>
        </p:spPr>
        <p:txBody>
          <a:bodyPr wrap="square" lIns="0" tIns="0" rIns="0" bIns="0" rtlCol="0" anchor="ctr"/>
          <a:lstStyle/>
          <a:p>
            <a:pPr indent="0" marL="0">
              <a:buNone/>
            </a:pPr>
            <a:r>
              <a:rPr lang="en-US" sz="2100" dirty="0">
                <a:solidFill>
                  <a:srgbClr val="405965"/>
                </a:solidFill>
                <a:latin typeface="Arial" pitchFamily="34" charset="0"/>
                <a:ea typeface="Arial" pitchFamily="34" charset="-122"/>
                <a:cs typeface="Arial" pitchFamily="34" charset="-120"/>
              </a:rPr>
              <a:t>Reviewer</a:t>
            </a:r>
            <a:endParaRPr lang="en-US" sz="2100" dirty="0"/>
          </a:p>
        </p:txBody>
      </p:sp>
      <p:sp>
        <p:nvSpPr>
          <p:cNvPr id="11" name="Text 9"/>
          <p:cNvSpPr/>
          <p:nvPr/>
        </p:nvSpPr>
        <p:spPr>
          <a:xfrm>
            <a:off x="2743200" y="3813048"/>
            <a:ext cx="8412480" cy="365760"/>
          </a:xfrm>
          <a:prstGeom prst="rect">
            <a:avLst/>
          </a:prstGeom>
          <a:noFill/>
          <a:ln/>
        </p:spPr>
        <p:txBody>
          <a:bodyPr wrap="square" lIns="0" tIns="0" rIns="0" bIns="0" rtlCol="0" anchor="ctr"/>
          <a:lstStyle/>
          <a:p>
            <a:pPr indent="0" marL="0">
              <a:buNone/>
            </a:pPr>
            <a:r>
              <a:rPr lang="en-US" sz="2500" dirty="0">
                <a:solidFill>
                  <a:srgbClr val="083E4F"/>
                </a:solidFill>
                <a:latin typeface="Arial" pitchFamily="34" charset="0"/>
                <a:ea typeface="Arial" pitchFamily="34" charset="-122"/>
                <a:cs typeface="Arial" pitchFamily="34" charset="-120"/>
              </a:rPr>
              <a:t>Approved</a:t>
            </a:r>
            <a:endParaRPr lang="en-US" sz="2500" dirty="0"/>
          </a:p>
        </p:txBody>
      </p:sp>
      <p:sp>
        <p:nvSpPr>
          <p:cNvPr id="12" name="Text 10"/>
          <p:cNvSpPr/>
          <p:nvPr/>
        </p:nvSpPr>
        <p:spPr>
          <a:xfrm>
            <a:off x="950976" y="4407408"/>
            <a:ext cx="1508760" cy="365760"/>
          </a:xfrm>
          <a:prstGeom prst="rect">
            <a:avLst/>
          </a:prstGeom>
          <a:noFill/>
          <a:ln/>
        </p:spPr>
        <p:txBody>
          <a:bodyPr wrap="square" lIns="0" tIns="0" rIns="0" bIns="0" rtlCol="0" anchor="ctr"/>
          <a:lstStyle/>
          <a:p>
            <a:pPr indent="0" marL="0">
              <a:buNone/>
            </a:pPr>
            <a:r>
              <a:rPr lang="en-US" sz="2100" dirty="0">
                <a:solidFill>
                  <a:srgbClr val="405965"/>
                </a:solidFill>
                <a:latin typeface="Arial" pitchFamily="34" charset="0"/>
                <a:ea typeface="Arial" pitchFamily="34" charset="-122"/>
                <a:cs typeface="Arial" pitchFamily="34" charset="-120"/>
              </a:rPr>
              <a:t>Rui</a:t>
            </a:r>
            <a:endParaRPr lang="en-US" sz="2100" dirty="0"/>
          </a:p>
        </p:txBody>
      </p:sp>
      <p:sp>
        <p:nvSpPr>
          <p:cNvPr id="13" name="Text 11"/>
          <p:cNvSpPr/>
          <p:nvPr/>
        </p:nvSpPr>
        <p:spPr>
          <a:xfrm>
            <a:off x="2743200" y="4407408"/>
            <a:ext cx="8412480" cy="365760"/>
          </a:xfrm>
          <a:prstGeom prst="rect">
            <a:avLst/>
          </a:prstGeom>
          <a:noFill/>
          <a:ln/>
        </p:spPr>
        <p:txBody>
          <a:bodyPr wrap="square" lIns="0" tIns="0" rIns="0" bIns="0" rtlCol="0" anchor="ctr"/>
          <a:lstStyle/>
          <a:p>
            <a:pPr indent="0" marL="0">
              <a:buNone/>
            </a:pPr>
            <a:r>
              <a:rPr lang="en-US" sz="2500" b="1" dirty="0">
                <a:solidFill>
                  <a:srgbClr val="086679"/>
                </a:solidFill>
                <a:latin typeface="Arial" pitchFamily="34" charset="0"/>
                <a:ea typeface="Arial" pitchFamily="34" charset="-122"/>
                <a:cs typeface="Arial" pitchFamily="34" charset="-120"/>
              </a:rPr>
              <a:t>atlantis apply</a:t>
            </a:r>
            <a:endParaRPr lang="en-US" sz="2500" dirty="0"/>
          </a:p>
        </p:txBody>
      </p:sp>
      <p:sp>
        <p:nvSpPr>
          <p:cNvPr id="14" name="Text 12"/>
          <p:cNvSpPr/>
          <p:nvPr/>
        </p:nvSpPr>
        <p:spPr>
          <a:xfrm>
            <a:off x="950976" y="5001768"/>
            <a:ext cx="1508760" cy="365760"/>
          </a:xfrm>
          <a:prstGeom prst="rect">
            <a:avLst/>
          </a:prstGeom>
          <a:noFill/>
          <a:ln/>
        </p:spPr>
        <p:txBody>
          <a:bodyPr wrap="square" lIns="0" tIns="0" rIns="0" bIns="0" rtlCol="0" anchor="ctr"/>
          <a:lstStyle/>
          <a:p>
            <a:pPr indent="0" marL="0">
              <a:buNone/>
            </a:pPr>
            <a:r>
              <a:rPr lang="en-US" sz="2100" dirty="0">
                <a:solidFill>
                  <a:srgbClr val="405965"/>
                </a:solidFill>
                <a:latin typeface="Arial" pitchFamily="34" charset="0"/>
                <a:ea typeface="Arial" pitchFamily="34" charset="-122"/>
                <a:cs typeface="Arial" pitchFamily="34" charset="-120"/>
              </a:rPr>
              <a:t>Atlantis</a:t>
            </a:r>
            <a:endParaRPr lang="en-US" sz="2100" dirty="0"/>
          </a:p>
        </p:txBody>
      </p:sp>
      <p:sp>
        <p:nvSpPr>
          <p:cNvPr id="15" name="Text 13"/>
          <p:cNvSpPr/>
          <p:nvPr/>
        </p:nvSpPr>
        <p:spPr>
          <a:xfrm>
            <a:off x="2743200" y="5001768"/>
            <a:ext cx="8412480" cy="365760"/>
          </a:xfrm>
          <a:prstGeom prst="rect">
            <a:avLst/>
          </a:prstGeom>
          <a:noFill/>
          <a:ln/>
        </p:spPr>
        <p:txBody>
          <a:bodyPr wrap="square" lIns="0" tIns="0" rIns="0" bIns="0" rtlCol="0" anchor="ctr"/>
          <a:lstStyle/>
          <a:p>
            <a:pPr indent="0" marL="0">
              <a:buNone/>
            </a:pPr>
            <a:r>
              <a:rPr lang="en-US" sz="2500" dirty="0">
                <a:solidFill>
                  <a:srgbClr val="083E4F"/>
                </a:solidFill>
                <a:latin typeface="Arial" pitchFamily="34" charset="0"/>
                <a:ea typeface="Arial" pitchFamily="34" charset="-122"/>
                <a:cs typeface="Arial" pitchFamily="34" charset="-120"/>
              </a:rPr>
              <a:t>Apply complete.</a:t>
            </a:r>
            <a:endParaRPr lang="en-US" sz="2500" dirty="0"/>
          </a:p>
        </p:txBody>
      </p:sp>
      <p:sp>
        <p:nvSpPr>
          <p:cNvPr id="16" name="Text 14"/>
          <p:cNvSpPr/>
          <p:nvPr/>
        </p:nvSpPr>
        <p:spPr>
          <a:xfrm>
            <a:off x="932688" y="5504688"/>
            <a:ext cx="10332720" cy="274320"/>
          </a:xfrm>
          <a:prstGeom prst="rect">
            <a:avLst/>
          </a:prstGeom>
          <a:noFill/>
          <a:ln/>
        </p:spPr>
        <p:txBody>
          <a:bodyPr wrap="square" lIns="0" tIns="0" rIns="0" bIns="0" rtlCol="0" anchor="ctr"/>
          <a:lstStyle/>
          <a:p>
            <a:pPr indent="0" marL="0">
              <a:buNone/>
            </a:pPr>
            <a:r>
              <a:rPr lang="en-US" sz="1800" dirty="0">
                <a:solidFill>
                  <a:srgbClr val="405965"/>
                </a:solidFill>
                <a:latin typeface="Arial" pitchFamily="34" charset="0"/>
                <a:ea typeface="Arial" pitchFamily="34" charset="-122"/>
                <a:cs typeface="Arial" pitchFamily="34" charset="-120"/>
              </a:rPr>
              <a:t>Illustrative PR · approval requirement configured · apply before merge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ECOSYSTEM INTEGRATIONS</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Connect your platform tools.</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06</a:t>
            </a:r>
            <a:endParaRPr lang="en-US" sz="1200" dirty="0"/>
          </a:p>
        </p:txBody>
      </p:sp>
      <p:sp>
        <p:nvSpPr>
          <p:cNvPr id="5" name="Shape 3"/>
          <p:cNvSpPr/>
          <p:nvPr/>
        </p:nvSpPr>
        <p:spPr>
          <a:xfrm>
            <a:off x="640080" y="2423160"/>
            <a:ext cx="3493008" cy="2971800"/>
          </a:xfrm>
          <a:prstGeom prst="rect">
            <a:avLst/>
          </a:prstGeom>
          <a:solidFill>
            <a:srgbClr val="EAF1F3"/>
          </a:solidFill>
          <a:ln w="12700">
            <a:solidFill>
              <a:srgbClr val="EAF1F3"/>
            </a:solidFill>
            <a:prstDash val="solid"/>
          </a:ln>
        </p:spPr>
      </p:sp>
      <p:sp>
        <p:nvSpPr>
          <p:cNvPr id="6" name="Text 4"/>
          <p:cNvSpPr/>
          <p:nvPr/>
        </p:nvSpPr>
        <p:spPr>
          <a:xfrm>
            <a:off x="841248" y="2697480"/>
            <a:ext cx="3090672" cy="457200"/>
          </a:xfrm>
          <a:prstGeom prst="rect">
            <a:avLst/>
          </a:prstGeom>
          <a:noFill/>
          <a:ln/>
        </p:spPr>
        <p:txBody>
          <a:bodyPr wrap="square" lIns="0" tIns="0" rIns="0" bIns="0" rtlCol="0" anchor="ctr"/>
          <a:lstStyle/>
          <a:p>
            <a:pPr indent="0" marL="0">
              <a:buNone/>
            </a:pPr>
            <a:r>
              <a:rPr lang="en-US" sz="2900" b="1" dirty="0">
                <a:solidFill>
                  <a:srgbClr val="083E4F"/>
                </a:solidFill>
                <a:latin typeface="Arial" pitchFamily="34" charset="0"/>
                <a:ea typeface="Arial" pitchFamily="34" charset="-122"/>
                <a:cs typeface="Arial" pitchFamily="34" charset="-120"/>
              </a:rPr>
              <a:t>Git hosts</a:t>
            </a:r>
            <a:endParaRPr lang="en-US" sz="2900" dirty="0"/>
          </a:p>
        </p:txBody>
      </p:sp>
      <p:sp>
        <p:nvSpPr>
          <p:cNvPr id="7" name="Text 5"/>
          <p:cNvSpPr/>
          <p:nvPr/>
        </p:nvSpPr>
        <p:spPr>
          <a:xfrm>
            <a:off x="841248" y="3474720"/>
            <a:ext cx="3090672" cy="160020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GitHub · GitLab</a:t>
            </a:r>
            <a:endParaRPr lang="en-US" sz="2200" dirty="0"/>
          </a:p>
          <a:p>
            <a:pPr indent="0" marL="0">
              <a:buNone/>
            </a:pPr>
            <a:r>
              <a:rPr lang="en-US" sz="2200" dirty="0">
                <a:solidFill>
                  <a:srgbClr val="405965"/>
                </a:solidFill>
                <a:latin typeface="Arial" pitchFamily="34" charset="0"/>
                <a:ea typeface="Arial" pitchFamily="34" charset="-122"/>
                <a:cs typeface="Arial" pitchFamily="34" charset="-120"/>
              </a:rPr>
              <a:t>Gitea / Forgejo</a:t>
            </a:r>
            <a:endParaRPr lang="en-US" sz="2200" dirty="0"/>
          </a:p>
          <a:p>
            <a:pPr indent="0" marL="0">
              <a:buNone/>
            </a:pPr>
            <a:r>
              <a:rPr lang="en-US" sz="2200" dirty="0">
                <a:solidFill>
                  <a:srgbClr val="405965"/>
                </a:solidFill>
                <a:latin typeface="Arial" pitchFamily="34" charset="0"/>
                <a:ea typeface="Arial" pitchFamily="34" charset="-122"/>
                <a:cs typeface="Arial" pitchFamily="34" charset="-120"/>
              </a:rPr>
              <a:t>Bitbucket</a:t>
            </a:r>
            <a:endParaRPr lang="en-US" sz="2200" dirty="0"/>
          </a:p>
          <a:p>
            <a:pPr indent="0" marL="0">
              <a:buNone/>
            </a:pPr>
            <a:r>
              <a:rPr lang="en-US" sz="2200" dirty="0">
                <a:solidFill>
                  <a:srgbClr val="405965"/>
                </a:solidFill>
                <a:latin typeface="Arial" pitchFamily="34" charset="0"/>
                <a:ea typeface="Arial" pitchFamily="34" charset="-122"/>
                <a:cs typeface="Arial" pitchFamily="34" charset="-120"/>
              </a:rPr>
              <a:t>Azure DevOps</a:t>
            </a:r>
            <a:endParaRPr lang="en-US" sz="2200" dirty="0"/>
          </a:p>
        </p:txBody>
      </p:sp>
      <p:sp>
        <p:nvSpPr>
          <p:cNvPr id="8" name="Shape 6"/>
          <p:cNvSpPr/>
          <p:nvPr/>
        </p:nvSpPr>
        <p:spPr>
          <a:xfrm>
            <a:off x="4352544" y="2423160"/>
            <a:ext cx="3493008" cy="2971800"/>
          </a:xfrm>
          <a:prstGeom prst="rect">
            <a:avLst/>
          </a:prstGeom>
          <a:solidFill>
            <a:srgbClr val="EAF1F3"/>
          </a:solidFill>
          <a:ln w="12700">
            <a:solidFill>
              <a:srgbClr val="EAF1F3"/>
            </a:solidFill>
            <a:prstDash val="solid"/>
          </a:ln>
        </p:spPr>
      </p:sp>
      <p:sp>
        <p:nvSpPr>
          <p:cNvPr id="9" name="Text 7"/>
          <p:cNvSpPr/>
          <p:nvPr/>
        </p:nvSpPr>
        <p:spPr>
          <a:xfrm>
            <a:off x="4553712" y="2697480"/>
            <a:ext cx="3090672" cy="457200"/>
          </a:xfrm>
          <a:prstGeom prst="rect">
            <a:avLst/>
          </a:prstGeom>
          <a:noFill/>
          <a:ln/>
        </p:spPr>
        <p:txBody>
          <a:bodyPr wrap="square" lIns="0" tIns="0" rIns="0" bIns="0" rtlCol="0" anchor="ctr"/>
          <a:lstStyle/>
          <a:p>
            <a:pPr indent="0" marL="0">
              <a:buNone/>
            </a:pPr>
            <a:r>
              <a:rPr lang="en-US" sz="2900" b="1" dirty="0">
                <a:solidFill>
                  <a:srgbClr val="083E4F"/>
                </a:solidFill>
                <a:latin typeface="Arial" pitchFamily="34" charset="0"/>
                <a:ea typeface="Arial" pitchFamily="34" charset="-122"/>
                <a:cs typeface="Arial" pitchFamily="34" charset="-120"/>
              </a:rPr>
              <a:t>IaC execution</a:t>
            </a:r>
            <a:endParaRPr lang="en-US" sz="2900" dirty="0"/>
          </a:p>
        </p:txBody>
      </p:sp>
      <p:sp>
        <p:nvSpPr>
          <p:cNvPr id="10" name="Text 8"/>
          <p:cNvSpPr/>
          <p:nvPr/>
        </p:nvSpPr>
        <p:spPr>
          <a:xfrm>
            <a:off x="4553712" y="3474720"/>
            <a:ext cx="3090672" cy="160020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Terraform / OpenTofu</a:t>
            </a:r>
            <a:endParaRPr lang="en-US" sz="2200" dirty="0"/>
          </a:p>
          <a:p>
            <a:pPr indent="0" marL="0">
              <a:buNone/>
            </a:pPr>
            <a:endParaRPr lang="en-US" sz="2200" dirty="0"/>
          </a:p>
          <a:p>
            <a:pPr indent="0" marL="0">
              <a:buNone/>
            </a:pPr>
            <a:r>
              <a:rPr lang="en-US" sz="2200" dirty="0">
                <a:solidFill>
                  <a:srgbClr val="405965"/>
                </a:solidFill>
                <a:latin typeface="Arial" pitchFamily="34" charset="0"/>
                <a:ea typeface="Arial" pitchFamily="34" charset="-122"/>
                <a:cs typeface="Arial" pitchFamily="34" charset="-120"/>
              </a:rPr>
              <a:t>Terragrunt via</a:t>
            </a:r>
            <a:endParaRPr lang="en-US" sz="2200" dirty="0"/>
          </a:p>
          <a:p>
            <a:pPr indent="0" marL="0">
              <a:buNone/>
            </a:pPr>
            <a:r>
              <a:rPr lang="en-US" sz="2200" dirty="0">
                <a:solidFill>
                  <a:srgbClr val="405965"/>
                </a:solidFill>
                <a:latin typeface="Arial" pitchFamily="34" charset="0"/>
                <a:ea typeface="Arial" pitchFamily="34" charset="-122"/>
                <a:cs typeface="Arial" pitchFamily="34" charset="-120"/>
              </a:rPr>
              <a:t>custom workflows</a:t>
            </a:r>
            <a:endParaRPr lang="en-US" sz="2200" dirty="0"/>
          </a:p>
        </p:txBody>
      </p:sp>
      <p:sp>
        <p:nvSpPr>
          <p:cNvPr id="11" name="Shape 9"/>
          <p:cNvSpPr/>
          <p:nvPr/>
        </p:nvSpPr>
        <p:spPr>
          <a:xfrm>
            <a:off x="8065008" y="2423160"/>
            <a:ext cx="3493008" cy="2971800"/>
          </a:xfrm>
          <a:prstGeom prst="rect">
            <a:avLst/>
          </a:prstGeom>
          <a:solidFill>
            <a:srgbClr val="EAF1F3"/>
          </a:solidFill>
          <a:ln w="12700">
            <a:solidFill>
              <a:srgbClr val="EAF1F3"/>
            </a:solidFill>
            <a:prstDash val="solid"/>
          </a:ln>
        </p:spPr>
      </p:sp>
      <p:sp>
        <p:nvSpPr>
          <p:cNvPr id="12" name="Text 10"/>
          <p:cNvSpPr/>
          <p:nvPr/>
        </p:nvSpPr>
        <p:spPr>
          <a:xfrm>
            <a:off x="8266176" y="2697480"/>
            <a:ext cx="3090672" cy="457200"/>
          </a:xfrm>
          <a:prstGeom prst="rect">
            <a:avLst/>
          </a:prstGeom>
          <a:noFill/>
          <a:ln/>
        </p:spPr>
        <p:txBody>
          <a:bodyPr wrap="square" lIns="0" tIns="0" rIns="0" bIns="0" rtlCol="0" anchor="ctr"/>
          <a:lstStyle/>
          <a:p>
            <a:pPr indent="0" marL="0">
              <a:buNone/>
            </a:pPr>
            <a:r>
              <a:rPr lang="en-US" sz="2900" b="1" dirty="0">
                <a:solidFill>
                  <a:srgbClr val="083E4F"/>
                </a:solidFill>
                <a:latin typeface="Arial" pitchFamily="34" charset="0"/>
                <a:ea typeface="Arial" pitchFamily="34" charset="-122"/>
                <a:cs typeface="Arial" pitchFamily="34" charset="-120"/>
              </a:rPr>
              <a:t>Review context</a:t>
            </a:r>
            <a:endParaRPr lang="en-US" sz="2900" dirty="0"/>
          </a:p>
        </p:txBody>
      </p:sp>
      <p:sp>
        <p:nvSpPr>
          <p:cNvPr id="13" name="Text 11"/>
          <p:cNvSpPr/>
          <p:nvPr/>
        </p:nvSpPr>
        <p:spPr>
          <a:xfrm>
            <a:off x="8266176" y="3474720"/>
            <a:ext cx="3090672" cy="160020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Conftest → policy</a:t>
            </a:r>
            <a:endParaRPr lang="en-US" sz="2200" dirty="0"/>
          </a:p>
          <a:p>
            <a:pPr indent="0" marL="0">
              <a:buNone/>
            </a:pPr>
            <a:r>
              <a:rPr lang="en-US" sz="2200" dirty="0">
                <a:solidFill>
                  <a:srgbClr val="405965"/>
                </a:solidFill>
                <a:latin typeface="Arial" pitchFamily="34" charset="0"/>
                <a:ea typeface="Arial" pitchFamily="34" charset="-122"/>
                <a:cs typeface="Arial" pitchFamily="34" charset="-120"/>
              </a:rPr>
              <a:t>Infracost → costs</a:t>
            </a:r>
            <a:endParaRPr lang="en-US" sz="2200" dirty="0"/>
          </a:p>
          <a:p>
            <a:pPr indent="0" marL="0">
              <a:buNone/>
            </a:pPr>
            <a:endParaRPr lang="en-US" sz="2200" dirty="0"/>
          </a:p>
          <a:p>
            <a:pPr indent="0" marL="0">
              <a:buNone/>
            </a:pPr>
            <a:r>
              <a:rPr lang="en-US" sz="2200" dirty="0">
                <a:solidFill>
                  <a:srgbClr val="405965"/>
                </a:solidFill>
                <a:latin typeface="Arial" pitchFamily="34" charset="0"/>
                <a:ea typeface="Arial" pitchFamily="34" charset="-122"/>
                <a:cs typeface="Arial" pitchFamily="34" charset="-120"/>
              </a:rPr>
              <a:t>Optional integrations</a:t>
            </a:r>
            <a:endParaRPr lang="en-US" sz="2200" dirty="0"/>
          </a:p>
        </p:txBody>
      </p:sp>
      <p:sp>
        <p:nvSpPr>
          <p:cNvPr id="14" name="Text 12"/>
          <p:cNvSpPr/>
          <p:nvPr/>
        </p:nvSpPr>
        <p:spPr>
          <a:xfrm>
            <a:off x="640080" y="5650992"/>
            <a:ext cx="10881360" cy="411480"/>
          </a:xfrm>
          <a:prstGeom prst="rect">
            <a:avLst/>
          </a:prstGeom>
          <a:noFill/>
          <a:ln/>
        </p:spPr>
        <p:txBody>
          <a:bodyPr wrap="square" lIns="0" tIns="0" rIns="0" bIns="0" rtlCol="0" anchor="ctr"/>
          <a:lstStyle/>
          <a:p>
            <a:pPr indent="0" marL="0">
              <a:buNone/>
            </a:pPr>
            <a:r>
              <a:rPr lang="en-US" sz="2500" b="1" dirty="0">
                <a:solidFill>
                  <a:srgbClr val="086679"/>
                </a:solidFill>
                <a:latin typeface="Arial" pitchFamily="34" charset="0"/>
                <a:ea typeface="Arial" pitchFamily="34" charset="-122"/>
                <a:cs typeface="Arial" pitchFamily="34" charset="-120"/>
              </a:rPr>
              <a:t>Shared PR workflow · configurable execution</a:t>
            </a:r>
            <a:endParaRPr lang="en-US" sz="2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DEPLOYMENT MODELS</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Run Atlantis in your infrastructure.</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07</a:t>
            </a:r>
            <a:endParaRPr lang="en-US" sz="1200" dirty="0"/>
          </a:p>
        </p:txBody>
      </p:sp>
      <p:sp>
        <p:nvSpPr>
          <p:cNvPr id="5" name="Shape 3"/>
          <p:cNvSpPr/>
          <p:nvPr/>
        </p:nvSpPr>
        <p:spPr>
          <a:xfrm>
            <a:off x="640080" y="2560320"/>
            <a:ext cx="3493008" cy="1691640"/>
          </a:xfrm>
          <a:prstGeom prst="rect">
            <a:avLst/>
          </a:prstGeom>
          <a:solidFill>
            <a:srgbClr val="EAF1F3"/>
          </a:solidFill>
          <a:ln w="12700">
            <a:solidFill>
              <a:srgbClr val="EAF1F3"/>
            </a:solidFill>
            <a:prstDash val="solid"/>
          </a:ln>
        </p:spPr>
      </p:sp>
      <p:sp>
        <p:nvSpPr>
          <p:cNvPr id="6" name="Text 4"/>
          <p:cNvSpPr/>
          <p:nvPr/>
        </p:nvSpPr>
        <p:spPr>
          <a:xfrm>
            <a:off x="841248" y="2834640"/>
            <a:ext cx="3090672" cy="457200"/>
          </a:xfrm>
          <a:prstGeom prst="rect">
            <a:avLst/>
          </a:prstGeom>
          <a:noFill/>
          <a:ln/>
        </p:spPr>
        <p:txBody>
          <a:bodyPr wrap="square" lIns="0" tIns="0" rIns="0" bIns="0" rtlCol="0" anchor="ctr"/>
          <a:lstStyle/>
          <a:p>
            <a:pPr indent="0" marL="0">
              <a:buNone/>
            </a:pPr>
            <a:r>
              <a:rPr lang="en-US" sz="2900" b="1" dirty="0">
                <a:solidFill>
                  <a:srgbClr val="083E4F"/>
                </a:solidFill>
                <a:latin typeface="Arial" pitchFamily="34" charset="0"/>
                <a:ea typeface="Arial" pitchFamily="34" charset="-122"/>
                <a:cs typeface="Arial" pitchFamily="34" charset="-120"/>
              </a:rPr>
              <a:t>Kubernetes</a:t>
            </a:r>
            <a:endParaRPr lang="en-US" sz="2900" dirty="0"/>
          </a:p>
        </p:txBody>
      </p:sp>
      <p:sp>
        <p:nvSpPr>
          <p:cNvPr id="7" name="Text 5"/>
          <p:cNvSpPr/>
          <p:nvPr/>
        </p:nvSpPr>
        <p:spPr>
          <a:xfrm>
            <a:off x="841248" y="3520440"/>
            <a:ext cx="3090672" cy="36576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Official Helm chart</a:t>
            </a:r>
            <a:endParaRPr lang="en-US" sz="2200" dirty="0"/>
          </a:p>
        </p:txBody>
      </p:sp>
      <p:sp>
        <p:nvSpPr>
          <p:cNvPr id="8" name="Shape 6"/>
          <p:cNvSpPr/>
          <p:nvPr/>
        </p:nvSpPr>
        <p:spPr>
          <a:xfrm>
            <a:off x="4352544" y="2560320"/>
            <a:ext cx="3493008" cy="1691640"/>
          </a:xfrm>
          <a:prstGeom prst="rect">
            <a:avLst/>
          </a:prstGeom>
          <a:solidFill>
            <a:srgbClr val="EAF1F3"/>
          </a:solidFill>
          <a:ln w="12700">
            <a:solidFill>
              <a:srgbClr val="EAF1F3"/>
            </a:solidFill>
            <a:prstDash val="solid"/>
          </a:ln>
        </p:spPr>
      </p:sp>
      <p:sp>
        <p:nvSpPr>
          <p:cNvPr id="9" name="Text 7"/>
          <p:cNvSpPr/>
          <p:nvPr/>
        </p:nvSpPr>
        <p:spPr>
          <a:xfrm>
            <a:off x="4553712" y="2834640"/>
            <a:ext cx="3090672" cy="457200"/>
          </a:xfrm>
          <a:prstGeom prst="rect">
            <a:avLst/>
          </a:prstGeom>
          <a:noFill/>
          <a:ln/>
        </p:spPr>
        <p:txBody>
          <a:bodyPr wrap="square" lIns="0" tIns="0" rIns="0" bIns="0" rtlCol="0" anchor="ctr"/>
          <a:lstStyle/>
          <a:p>
            <a:pPr indent="0" marL="0">
              <a:buNone/>
            </a:pPr>
            <a:r>
              <a:rPr lang="en-US" sz="2900" b="1" dirty="0">
                <a:solidFill>
                  <a:srgbClr val="083E4F"/>
                </a:solidFill>
                <a:latin typeface="Arial" pitchFamily="34" charset="0"/>
                <a:ea typeface="Arial" pitchFamily="34" charset="-122"/>
                <a:cs typeface="Arial" pitchFamily="34" charset="-120"/>
              </a:rPr>
              <a:t>Containers</a:t>
            </a:r>
            <a:endParaRPr lang="en-US" sz="2900" dirty="0"/>
          </a:p>
        </p:txBody>
      </p:sp>
      <p:sp>
        <p:nvSpPr>
          <p:cNvPr id="10" name="Text 8"/>
          <p:cNvSpPr/>
          <p:nvPr/>
        </p:nvSpPr>
        <p:spPr>
          <a:xfrm>
            <a:off x="4553712" y="3520440"/>
            <a:ext cx="3090672" cy="36576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Official Docker image</a:t>
            </a:r>
            <a:endParaRPr lang="en-US" sz="2200" dirty="0"/>
          </a:p>
        </p:txBody>
      </p:sp>
      <p:sp>
        <p:nvSpPr>
          <p:cNvPr id="11" name="Shape 9"/>
          <p:cNvSpPr/>
          <p:nvPr/>
        </p:nvSpPr>
        <p:spPr>
          <a:xfrm>
            <a:off x="8065008" y="2560320"/>
            <a:ext cx="3493008" cy="1691640"/>
          </a:xfrm>
          <a:prstGeom prst="rect">
            <a:avLst/>
          </a:prstGeom>
          <a:solidFill>
            <a:srgbClr val="EAF1F3"/>
          </a:solidFill>
          <a:ln w="12700">
            <a:solidFill>
              <a:srgbClr val="EAF1F3"/>
            </a:solidFill>
            <a:prstDash val="solid"/>
          </a:ln>
        </p:spPr>
      </p:sp>
      <p:sp>
        <p:nvSpPr>
          <p:cNvPr id="12" name="Text 10"/>
          <p:cNvSpPr/>
          <p:nvPr/>
        </p:nvSpPr>
        <p:spPr>
          <a:xfrm>
            <a:off x="8266176" y="2834640"/>
            <a:ext cx="3090672" cy="457200"/>
          </a:xfrm>
          <a:prstGeom prst="rect">
            <a:avLst/>
          </a:prstGeom>
          <a:noFill/>
          <a:ln/>
        </p:spPr>
        <p:txBody>
          <a:bodyPr wrap="square" lIns="0" tIns="0" rIns="0" bIns="0" rtlCol="0" anchor="ctr"/>
          <a:lstStyle/>
          <a:p>
            <a:pPr indent="0" marL="0">
              <a:buNone/>
            </a:pPr>
            <a:r>
              <a:rPr lang="en-US" sz="2900" b="1" dirty="0">
                <a:solidFill>
                  <a:srgbClr val="083E4F"/>
                </a:solidFill>
                <a:latin typeface="Arial" pitchFamily="34" charset="0"/>
                <a:ea typeface="Arial" pitchFamily="34" charset="-122"/>
                <a:cs typeface="Arial" pitchFamily="34" charset="-120"/>
              </a:rPr>
              <a:t>Server / VM</a:t>
            </a:r>
            <a:endParaRPr lang="en-US" sz="2900" dirty="0"/>
          </a:p>
        </p:txBody>
      </p:sp>
      <p:sp>
        <p:nvSpPr>
          <p:cNvPr id="13" name="Text 11"/>
          <p:cNvSpPr/>
          <p:nvPr/>
        </p:nvSpPr>
        <p:spPr>
          <a:xfrm>
            <a:off x="8266176" y="3520440"/>
            <a:ext cx="3090672" cy="36576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Run the Atlantis binary</a:t>
            </a:r>
            <a:endParaRPr lang="en-US" sz="2200" dirty="0"/>
          </a:p>
        </p:txBody>
      </p:sp>
      <p:sp>
        <p:nvSpPr>
          <p:cNvPr id="14" name="Text 12"/>
          <p:cNvSpPr/>
          <p:nvPr/>
        </p:nvSpPr>
        <p:spPr>
          <a:xfrm>
            <a:off x="640080" y="4663440"/>
            <a:ext cx="10789920" cy="365760"/>
          </a:xfrm>
          <a:prstGeom prst="rect">
            <a:avLst/>
          </a:prstGeom>
          <a:noFill/>
          <a:ln/>
        </p:spPr>
        <p:txBody>
          <a:bodyPr wrap="square" lIns="0" tIns="0" rIns="0" bIns="0" rtlCol="0" anchor="ctr"/>
          <a:lstStyle/>
          <a:p>
            <a:pPr indent="0" marL="0">
              <a:buNone/>
            </a:pPr>
            <a:r>
              <a:rPr lang="en-US" sz="2200" dirty="0">
                <a:solidFill>
                  <a:srgbClr val="405965"/>
                </a:solidFill>
                <a:latin typeface="Arial" pitchFamily="34" charset="0"/>
                <a:ea typeface="Arial" pitchFamily="34" charset="-122"/>
                <a:cs typeface="Arial" pitchFamily="34" charset="-120"/>
              </a:rPr>
              <a:t>Cloud examples in the docs</a:t>
            </a:r>
            <a:endParaRPr lang="en-US" sz="2200" dirty="0"/>
          </a:p>
        </p:txBody>
      </p:sp>
      <p:sp>
        <p:nvSpPr>
          <p:cNvPr id="15" name="Text 13"/>
          <p:cNvSpPr/>
          <p:nvPr/>
        </p:nvSpPr>
        <p:spPr>
          <a:xfrm>
            <a:off x="640080" y="5212080"/>
            <a:ext cx="10789920" cy="548640"/>
          </a:xfrm>
          <a:prstGeom prst="rect">
            <a:avLst/>
          </a:prstGeom>
          <a:noFill/>
          <a:ln/>
        </p:spPr>
        <p:txBody>
          <a:bodyPr wrap="square" lIns="0" tIns="0" rIns="0" bIns="0" rtlCol="0" anchor="ctr"/>
          <a:lstStyle/>
          <a:p>
            <a:pPr indent="0" marL="0">
              <a:buNone/>
            </a:pPr>
            <a:r>
              <a:rPr lang="en-US" sz="3200" b="1" dirty="0">
                <a:solidFill>
                  <a:srgbClr val="086679"/>
                </a:solidFill>
                <a:latin typeface="Arial" pitchFamily="34" charset="0"/>
                <a:ea typeface="Arial" pitchFamily="34" charset="-122"/>
                <a:cs typeface="Arial" pitchFamily="34" charset="-120"/>
              </a:rPr>
              <a:t>AWS Fargate · Google Cloud · Azure</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ATLANTIS USER SURVEY · 2024 · N=354</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What the Atlantis community uses</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08</a:t>
            </a:r>
            <a:endParaRPr lang="en-US" sz="1200" dirty="0"/>
          </a:p>
        </p:txBody>
      </p:sp>
      <p:sp>
        <p:nvSpPr>
          <p:cNvPr id="5" name="Text 3"/>
          <p:cNvSpPr/>
          <p:nvPr/>
        </p:nvSpPr>
        <p:spPr>
          <a:xfrm>
            <a:off x="731520" y="2560320"/>
            <a:ext cx="3291840" cy="1188720"/>
          </a:xfrm>
          <a:prstGeom prst="rect">
            <a:avLst/>
          </a:prstGeom>
          <a:noFill/>
          <a:ln/>
        </p:spPr>
        <p:txBody>
          <a:bodyPr wrap="square" lIns="0" tIns="0" rIns="0" bIns="0" rtlCol="0" anchor="ctr"/>
          <a:lstStyle/>
          <a:p>
            <a:pPr indent="0" marL="0">
              <a:buNone/>
            </a:pPr>
            <a:r>
              <a:rPr lang="en-US" sz="8600" b="1" dirty="0">
                <a:solidFill>
                  <a:srgbClr val="086679"/>
                </a:solidFill>
                <a:latin typeface="Arial" pitchFamily="34" charset="0"/>
                <a:ea typeface="Arial" pitchFamily="34" charset="-122"/>
                <a:cs typeface="Arial" pitchFamily="34" charset="-120"/>
              </a:rPr>
              <a:t>354</a:t>
            </a:r>
            <a:endParaRPr lang="en-US" sz="8600" dirty="0"/>
          </a:p>
        </p:txBody>
      </p:sp>
      <p:sp>
        <p:nvSpPr>
          <p:cNvPr id="6" name="Text 4"/>
          <p:cNvSpPr/>
          <p:nvPr/>
        </p:nvSpPr>
        <p:spPr>
          <a:xfrm>
            <a:off x="731520" y="3931920"/>
            <a:ext cx="3383280" cy="457200"/>
          </a:xfrm>
          <a:prstGeom prst="rect">
            <a:avLst/>
          </a:prstGeom>
          <a:noFill/>
          <a:ln/>
        </p:spPr>
        <p:txBody>
          <a:bodyPr wrap="square" lIns="0" tIns="0" rIns="0" bIns="0" rtlCol="0" anchor="ctr"/>
          <a:lstStyle/>
          <a:p>
            <a:pPr indent="0" marL="0">
              <a:buNone/>
            </a:pPr>
            <a:r>
              <a:rPr lang="en-US" sz="2700" dirty="0">
                <a:solidFill>
                  <a:srgbClr val="405965"/>
                </a:solidFill>
                <a:latin typeface="Arial" pitchFamily="34" charset="0"/>
                <a:ea typeface="Arial" pitchFamily="34" charset="-122"/>
                <a:cs typeface="Arial" pitchFamily="34" charset="-120"/>
              </a:rPr>
              <a:t>survey responses</a:t>
            </a:r>
            <a:endParaRPr lang="en-US" sz="2700" dirty="0"/>
          </a:p>
        </p:txBody>
      </p:sp>
      <p:sp>
        <p:nvSpPr>
          <p:cNvPr id="7" name="Text 5"/>
          <p:cNvSpPr/>
          <p:nvPr/>
        </p:nvSpPr>
        <p:spPr>
          <a:xfrm>
            <a:off x="4480560" y="2240280"/>
            <a:ext cx="6766560" cy="274320"/>
          </a:xfrm>
          <a:prstGeom prst="rect">
            <a:avLst/>
          </a:prstGeom>
          <a:noFill/>
          <a:ln/>
        </p:spPr>
        <p:txBody>
          <a:bodyPr wrap="square" lIns="0" tIns="0" rIns="0" bIns="0" rtlCol="0" anchor="ctr"/>
          <a:lstStyle/>
          <a:p>
            <a:pPr indent="0" marL="0">
              <a:buNone/>
            </a:pPr>
            <a:r>
              <a:rPr lang="en-US" sz="1900" b="1" dirty="0">
                <a:solidFill>
                  <a:srgbClr val="086679"/>
                </a:solidFill>
                <a:latin typeface="Arial" pitchFamily="34" charset="0"/>
                <a:ea typeface="Arial" pitchFamily="34" charset="-122"/>
                <a:cs typeface="Arial" pitchFamily="34" charset="-120"/>
              </a:rPr>
              <a:t>GIT</a:t>
            </a:r>
            <a:endParaRPr lang="en-US" sz="1900" dirty="0"/>
          </a:p>
        </p:txBody>
      </p:sp>
      <p:sp>
        <p:nvSpPr>
          <p:cNvPr id="8" name="Text 6"/>
          <p:cNvSpPr/>
          <p:nvPr/>
        </p:nvSpPr>
        <p:spPr>
          <a:xfrm>
            <a:off x="4480560" y="2569464"/>
            <a:ext cx="6812280" cy="694944"/>
          </a:xfrm>
          <a:prstGeom prst="rect">
            <a:avLst/>
          </a:prstGeom>
          <a:noFill/>
          <a:ln/>
        </p:spPr>
        <p:txBody>
          <a:bodyPr wrap="square" lIns="0" tIns="0" rIns="0" bIns="0" rtlCol="0" anchor="ctr"/>
          <a:lstStyle/>
          <a:p>
            <a:pPr indent="0" marL="0">
              <a:buNone/>
            </a:pPr>
            <a:r>
              <a:rPr lang="en-US" sz="2400" dirty="0">
                <a:solidFill>
                  <a:srgbClr val="083E4F"/>
                </a:solidFill>
                <a:latin typeface="Arial" pitchFamily="34" charset="0"/>
                <a:ea typeface="Arial" pitchFamily="34" charset="-122"/>
                <a:cs typeface="Arial" pitchFamily="34" charset="-120"/>
              </a:rPr>
              <a:t>GitHub leads · GitLab sizeable</a:t>
            </a:r>
            <a:endParaRPr lang="en-US" sz="2400" dirty="0"/>
          </a:p>
          <a:p>
            <a:pPr indent="0" marL="0">
              <a:buNone/>
            </a:pPr>
            <a:r>
              <a:rPr lang="en-US" sz="2400" dirty="0">
                <a:solidFill>
                  <a:srgbClr val="083E4F"/>
                </a:solidFill>
                <a:latin typeface="Arial" pitchFamily="34" charset="0"/>
                <a:ea typeface="Arial" pitchFamily="34" charset="-122"/>
                <a:cs typeface="Arial" pitchFamily="34" charset="-120"/>
              </a:rPr>
              <a:t>Bitbucket + others</a:t>
            </a:r>
            <a:endParaRPr lang="en-US" sz="2400" dirty="0"/>
          </a:p>
        </p:txBody>
      </p:sp>
      <p:sp>
        <p:nvSpPr>
          <p:cNvPr id="9" name="Text 7"/>
          <p:cNvSpPr/>
          <p:nvPr/>
        </p:nvSpPr>
        <p:spPr>
          <a:xfrm>
            <a:off x="4480560" y="3383280"/>
            <a:ext cx="6766560" cy="274320"/>
          </a:xfrm>
          <a:prstGeom prst="rect">
            <a:avLst/>
          </a:prstGeom>
          <a:noFill/>
          <a:ln/>
        </p:spPr>
        <p:txBody>
          <a:bodyPr wrap="square" lIns="0" tIns="0" rIns="0" bIns="0" rtlCol="0" anchor="ctr"/>
          <a:lstStyle/>
          <a:p>
            <a:pPr indent="0" marL="0">
              <a:buNone/>
            </a:pPr>
            <a:r>
              <a:rPr lang="en-US" sz="1900" b="1" dirty="0">
                <a:solidFill>
                  <a:srgbClr val="086679"/>
                </a:solidFill>
                <a:latin typeface="Arial" pitchFamily="34" charset="0"/>
                <a:ea typeface="Arial" pitchFamily="34" charset="-122"/>
                <a:cs typeface="Arial" pitchFamily="34" charset="-120"/>
              </a:rPr>
              <a:t>IaC</a:t>
            </a:r>
            <a:endParaRPr lang="en-US" sz="1900" dirty="0"/>
          </a:p>
        </p:txBody>
      </p:sp>
      <p:sp>
        <p:nvSpPr>
          <p:cNvPr id="10" name="Text 8"/>
          <p:cNvSpPr/>
          <p:nvPr/>
        </p:nvSpPr>
        <p:spPr>
          <a:xfrm>
            <a:off x="4480560" y="3712464"/>
            <a:ext cx="6812280" cy="1097280"/>
          </a:xfrm>
          <a:prstGeom prst="rect">
            <a:avLst/>
          </a:prstGeom>
          <a:noFill/>
          <a:ln/>
        </p:spPr>
        <p:txBody>
          <a:bodyPr wrap="square" lIns="0" tIns="0" rIns="0" bIns="0" rtlCol="0" anchor="ctr"/>
          <a:lstStyle/>
          <a:p>
            <a:pPr indent="0" marL="0">
              <a:buNone/>
            </a:pPr>
            <a:r>
              <a:rPr lang="en-US" sz="2400" dirty="0">
                <a:solidFill>
                  <a:srgbClr val="083E4F"/>
                </a:solidFill>
                <a:latin typeface="Arial" pitchFamily="34" charset="0"/>
                <a:ea typeface="Arial" pitchFamily="34" charset="-122"/>
                <a:cs typeface="Arial" pitchFamily="34" charset="-120"/>
              </a:rPr>
              <a:t>Terraform dominant</a:t>
            </a:r>
            <a:endParaRPr lang="en-US" sz="2400" dirty="0"/>
          </a:p>
          <a:p>
            <a:pPr indent="0" marL="0">
              <a:buNone/>
            </a:pPr>
            <a:r>
              <a:rPr lang="en-US" sz="2400" dirty="0">
                <a:solidFill>
                  <a:srgbClr val="083E4F"/>
                </a:solidFill>
                <a:latin typeface="Arial" pitchFamily="34" charset="0"/>
                <a:ea typeface="Arial" pitchFamily="34" charset="-122"/>
                <a:cs typeface="Arial" pitchFamily="34" charset="-120"/>
              </a:rPr>
              <a:t>About half also use Terragrunt</a:t>
            </a:r>
            <a:endParaRPr lang="en-US" sz="2400" dirty="0"/>
          </a:p>
          <a:p>
            <a:pPr indent="0" marL="0">
              <a:buNone/>
            </a:pPr>
            <a:r>
              <a:rPr lang="en-US" sz="2400" dirty="0">
                <a:solidFill>
                  <a:srgbClr val="083E4F"/>
                </a:solidFill>
                <a:latin typeface="Arial" pitchFamily="34" charset="0"/>
                <a:ea typeface="Arial" pitchFamily="34" charset="-122"/>
                <a:cs typeface="Arial" pitchFamily="34" charset="-120"/>
              </a:rPr>
              <a:t>OpenTofu gaining ground</a:t>
            </a:r>
            <a:endParaRPr lang="en-US" sz="2400" dirty="0"/>
          </a:p>
        </p:txBody>
      </p:sp>
      <p:sp>
        <p:nvSpPr>
          <p:cNvPr id="11" name="Text 9"/>
          <p:cNvSpPr/>
          <p:nvPr/>
        </p:nvSpPr>
        <p:spPr>
          <a:xfrm>
            <a:off x="4480560" y="4892040"/>
            <a:ext cx="6766560" cy="274320"/>
          </a:xfrm>
          <a:prstGeom prst="rect">
            <a:avLst/>
          </a:prstGeom>
          <a:noFill/>
          <a:ln/>
        </p:spPr>
        <p:txBody>
          <a:bodyPr wrap="square" lIns="0" tIns="0" rIns="0" bIns="0" rtlCol="0" anchor="ctr"/>
          <a:lstStyle/>
          <a:p>
            <a:pPr indent="0" marL="0">
              <a:buNone/>
            </a:pPr>
            <a:r>
              <a:rPr lang="en-US" sz="1900" b="1" dirty="0">
                <a:solidFill>
                  <a:srgbClr val="086679"/>
                </a:solidFill>
                <a:latin typeface="Arial" pitchFamily="34" charset="0"/>
                <a:ea typeface="Arial" pitchFamily="34" charset="-122"/>
                <a:cs typeface="Arial" pitchFamily="34" charset="-120"/>
              </a:rPr>
              <a:t>DEPLOYMENT</a:t>
            </a:r>
            <a:endParaRPr lang="en-US" sz="1900" dirty="0"/>
          </a:p>
        </p:txBody>
      </p:sp>
      <p:sp>
        <p:nvSpPr>
          <p:cNvPr id="12" name="Text 10"/>
          <p:cNvSpPr/>
          <p:nvPr/>
        </p:nvSpPr>
        <p:spPr>
          <a:xfrm>
            <a:off x="4480560" y="5221224"/>
            <a:ext cx="6812280" cy="694944"/>
          </a:xfrm>
          <a:prstGeom prst="rect">
            <a:avLst/>
          </a:prstGeom>
          <a:noFill/>
          <a:ln/>
        </p:spPr>
        <p:txBody>
          <a:bodyPr wrap="square" lIns="0" tIns="0" rIns="0" bIns="0" rtlCol="0" anchor="ctr"/>
          <a:lstStyle/>
          <a:p>
            <a:pPr indent="0" marL="0">
              <a:buNone/>
            </a:pPr>
            <a:r>
              <a:rPr lang="en-US" sz="2400" dirty="0">
                <a:solidFill>
                  <a:srgbClr val="083E4F"/>
                </a:solidFill>
                <a:latin typeface="Arial" pitchFamily="34" charset="0"/>
                <a:ea typeface="Arial" pitchFamily="34" charset="-122"/>
                <a:cs typeface="Arial" pitchFamily="34" charset="-120"/>
              </a:rPr>
              <a:t>Kubernetes / AWS common</a:t>
            </a:r>
            <a:endParaRPr lang="en-US" sz="2400" dirty="0"/>
          </a:p>
        </p:txBody>
      </p:sp>
      <p:sp>
        <p:nvSpPr>
          <p:cNvPr id="13" name="Text 11">
            <a:hlinkClick r:id="rId1" tooltip=""/>
          </p:cNvPr>
          <p:cNvSpPr/>
          <p:nvPr/>
        </p:nvSpPr>
        <p:spPr>
          <a:xfrm>
            <a:off x="731520" y="5669280"/>
            <a:ext cx="10607040" cy="365760"/>
          </a:xfrm>
          <a:prstGeom prst="rect">
            <a:avLst/>
          </a:prstGeom>
          <a:noFill/>
          <a:ln/>
        </p:spPr>
        <p:txBody>
          <a:bodyPr wrap="square" lIns="0" tIns="0" rIns="0" bIns="0" rtlCol="0" anchor="ctr"/>
          <a:lstStyle/>
          <a:p>
            <a:pPr indent="0" marL="0">
              <a:buNone/>
            </a:pPr>
            <a:r>
              <a:rPr lang="en-US" sz="2100" u="sng" dirty="0">
                <a:solidFill>
                  <a:srgbClr val="405965"/>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Official results: runatlantis.io/blog</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PROJECT DIRECTION</a:t>
            </a:r>
            <a:endParaRPr lang="en-US" sz="1600" dirty="0"/>
          </a:p>
        </p:txBody>
      </p:sp>
      <p:sp>
        <p:nvSpPr>
          <p:cNvPr id="3" name="Text 1"/>
          <p:cNvSpPr/>
          <p:nvPr/>
        </p:nvSpPr>
        <p:spPr>
          <a:xfrm>
            <a:off x="566928" y="932688"/>
            <a:ext cx="11064240" cy="1060704"/>
          </a:xfrm>
          <a:prstGeom prst="rect">
            <a:avLst/>
          </a:prstGeom>
          <a:noFill/>
          <a:ln/>
        </p:spPr>
        <p:txBody>
          <a:bodyPr wrap="square" lIns="0" tIns="0" rIns="0" bIns="0" rtlCol="0" anchor="ctr"/>
          <a:lstStyle/>
          <a:p>
            <a:pPr indent="0" marL="0">
              <a:buNone/>
            </a:pPr>
            <a:r>
              <a:rPr lang="en-US" sz="3600" b="1" dirty="0">
                <a:solidFill>
                  <a:srgbClr val="083E4F"/>
                </a:solidFill>
                <a:latin typeface="Arial" pitchFamily="34" charset="0"/>
                <a:ea typeface="Arial" pitchFamily="34" charset="-122"/>
                <a:cs typeface="Arial" pitchFamily="34" charset="-120"/>
              </a:rPr>
              <a:t>Toward Atlantis 1.0.0</a:t>
            </a:r>
            <a:endParaRPr lang="en-US" sz="3600" dirty="0"/>
          </a:p>
        </p:txBody>
      </p:sp>
      <p:sp>
        <p:nvSpPr>
          <p:cNvPr id="4" name="Text 2"/>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09</a:t>
            </a:r>
            <a:endParaRPr lang="en-US" sz="1200" dirty="0"/>
          </a:p>
        </p:txBody>
      </p:sp>
      <p:sp>
        <p:nvSpPr>
          <p:cNvPr id="5" name="Text 3"/>
          <p:cNvSpPr/>
          <p:nvPr/>
        </p:nvSpPr>
        <p:spPr>
          <a:xfrm>
            <a:off x="731520" y="2103120"/>
            <a:ext cx="10698480" cy="457200"/>
          </a:xfrm>
          <a:prstGeom prst="rect">
            <a:avLst/>
          </a:prstGeom>
          <a:noFill/>
          <a:ln/>
        </p:spPr>
        <p:txBody>
          <a:bodyPr wrap="square" lIns="0" tIns="0" rIns="0" bIns="0" rtlCol="0" anchor="ctr"/>
          <a:lstStyle/>
          <a:p>
            <a:pPr indent="0" marL="0">
              <a:buNone/>
            </a:pPr>
            <a:r>
              <a:rPr lang="en-US" sz="2700" b="1" dirty="0">
                <a:solidFill>
                  <a:srgbClr val="086679"/>
                </a:solidFill>
                <a:latin typeface="Arial" pitchFamily="34" charset="0"/>
                <a:ea typeface="Arial" pitchFamily="34" charset="-122"/>
                <a:cs typeface="Arial" pitchFamily="34" charset="-120"/>
              </a:rPr>
              <a:t>Planning discussion · not released</a:t>
            </a:r>
            <a:endParaRPr lang="en-US" sz="2700" dirty="0"/>
          </a:p>
        </p:txBody>
      </p:sp>
      <p:sp>
        <p:nvSpPr>
          <p:cNvPr id="6" name="Shape 4"/>
          <p:cNvSpPr/>
          <p:nvPr/>
        </p:nvSpPr>
        <p:spPr>
          <a:xfrm>
            <a:off x="731520" y="3017520"/>
            <a:ext cx="3429000" cy="1920240"/>
          </a:xfrm>
          <a:prstGeom prst="rect">
            <a:avLst/>
          </a:prstGeom>
          <a:solidFill>
            <a:srgbClr val="EAF1F3"/>
          </a:solidFill>
          <a:ln w="12700">
            <a:solidFill>
              <a:srgbClr val="EAF1F3"/>
            </a:solidFill>
            <a:prstDash val="solid"/>
          </a:ln>
        </p:spPr>
      </p:sp>
      <p:sp>
        <p:nvSpPr>
          <p:cNvPr id="7" name="Text 5"/>
          <p:cNvSpPr/>
          <p:nvPr/>
        </p:nvSpPr>
        <p:spPr>
          <a:xfrm>
            <a:off x="932688" y="3291840"/>
            <a:ext cx="3026664" cy="1371600"/>
          </a:xfrm>
          <a:prstGeom prst="rect">
            <a:avLst/>
          </a:prstGeom>
          <a:noFill/>
          <a:ln/>
        </p:spPr>
        <p:txBody>
          <a:bodyPr wrap="square" lIns="0" tIns="0" rIns="0" bIns="0" rtlCol="0" anchor="ctr"/>
          <a:lstStyle/>
          <a:p>
            <a:pPr indent="0" marL="0">
              <a:buNone/>
            </a:pPr>
            <a:r>
              <a:rPr lang="en-US" sz="3000" b="1" dirty="0">
                <a:solidFill>
                  <a:srgbClr val="083E4F"/>
                </a:solidFill>
                <a:latin typeface="Arial" pitchFamily="34" charset="0"/>
                <a:ea typeface="Arial" pitchFamily="34" charset="-122"/>
                <a:cs typeface="Arial" pitchFamily="34" charset="-120"/>
              </a:rPr>
              <a:t>Stability</a:t>
            </a:r>
            <a:endParaRPr lang="en-US" sz="3000" dirty="0"/>
          </a:p>
        </p:txBody>
      </p:sp>
      <p:sp>
        <p:nvSpPr>
          <p:cNvPr id="8" name="Shape 6"/>
          <p:cNvSpPr/>
          <p:nvPr/>
        </p:nvSpPr>
        <p:spPr>
          <a:xfrm>
            <a:off x="4389120" y="3017520"/>
            <a:ext cx="3429000" cy="1920240"/>
          </a:xfrm>
          <a:prstGeom prst="rect">
            <a:avLst/>
          </a:prstGeom>
          <a:solidFill>
            <a:srgbClr val="EAF1F3"/>
          </a:solidFill>
          <a:ln w="12700">
            <a:solidFill>
              <a:srgbClr val="EAF1F3"/>
            </a:solidFill>
            <a:prstDash val="solid"/>
          </a:ln>
        </p:spPr>
      </p:sp>
      <p:sp>
        <p:nvSpPr>
          <p:cNvPr id="9" name="Text 7"/>
          <p:cNvSpPr/>
          <p:nvPr/>
        </p:nvSpPr>
        <p:spPr>
          <a:xfrm>
            <a:off x="4590288" y="3291840"/>
            <a:ext cx="3026664" cy="1371600"/>
          </a:xfrm>
          <a:prstGeom prst="rect">
            <a:avLst/>
          </a:prstGeom>
          <a:noFill/>
          <a:ln/>
        </p:spPr>
        <p:txBody>
          <a:bodyPr wrap="square" lIns="0" tIns="0" rIns="0" bIns="0" rtlCol="0" anchor="ctr"/>
          <a:lstStyle/>
          <a:p>
            <a:pPr indent="0" marL="0">
              <a:buNone/>
            </a:pPr>
            <a:r>
              <a:rPr lang="en-US" sz="3000" b="1" dirty="0">
                <a:solidFill>
                  <a:srgbClr val="083E4F"/>
                </a:solidFill>
                <a:latin typeface="Arial" pitchFamily="34" charset="0"/>
                <a:ea typeface="Arial" pitchFamily="34" charset="-122"/>
                <a:cs typeface="Arial" pitchFamily="34" charset="-120"/>
              </a:rPr>
              <a:t>Backwards</a:t>
            </a:r>
            <a:endParaRPr lang="en-US" sz="3000" dirty="0"/>
          </a:p>
          <a:p>
            <a:pPr indent="0" marL="0">
              <a:buNone/>
            </a:pPr>
            <a:r>
              <a:rPr lang="en-US" sz="3000" b="1" dirty="0">
                <a:solidFill>
                  <a:srgbClr val="083E4F"/>
                </a:solidFill>
                <a:latin typeface="Arial" pitchFamily="34" charset="0"/>
                <a:ea typeface="Arial" pitchFamily="34" charset="-122"/>
                <a:cs typeface="Arial" pitchFamily="34" charset="-120"/>
              </a:rPr>
              <a:t>compatibility</a:t>
            </a:r>
            <a:endParaRPr lang="en-US" sz="3000" dirty="0"/>
          </a:p>
        </p:txBody>
      </p:sp>
      <p:sp>
        <p:nvSpPr>
          <p:cNvPr id="10" name="Shape 8"/>
          <p:cNvSpPr/>
          <p:nvPr/>
        </p:nvSpPr>
        <p:spPr>
          <a:xfrm>
            <a:off x="8046720" y="3017520"/>
            <a:ext cx="3429000" cy="1920240"/>
          </a:xfrm>
          <a:prstGeom prst="rect">
            <a:avLst/>
          </a:prstGeom>
          <a:solidFill>
            <a:srgbClr val="EAF1F3"/>
          </a:solidFill>
          <a:ln w="12700">
            <a:solidFill>
              <a:srgbClr val="EAF1F3"/>
            </a:solidFill>
            <a:prstDash val="solid"/>
          </a:ln>
        </p:spPr>
      </p:sp>
      <p:sp>
        <p:nvSpPr>
          <p:cNvPr id="11" name="Text 9"/>
          <p:cNvSpPr/>
          <p:nvPr/>
        </p:nvSpPr>
        <p:spPr>
          <a:xfrm>
            <a:off x="8247888" y="3291840"/>
            <a:ext cx="3026664" cy="1371600"/>
          </a:xfrm>
          <a:prstGeom prst="rect">
            <a:avLst/>
          </a:prstGeom>
          <a:noFill/>
          <a:ln/>
        </p:spPr>
        <p:txBody>
          <a:bodyPr wrap="square" lIns="0" tIns="0" rIns="0" bIns="0" rtlCol="0" anchor="ctr"/>
          <a:lstStyle/>
          <a:p>
            <a:pPr indent="0" marL="0">
              <a:buNone/>
            </a:pPr>
            <a:r>
              <a:rPr lang="en-US" sz="3000" b="1" dirty="0">
                <a:solidFill>
                  <a:srgbClr val="083E4F"/>
                </a:solidFill>
                <a:latin typeface="Arial" pitchFamily="34" charset="0"/>
                <a:ea typeface="Arial" pitchFamily="34" charset="-122"/>
                <a:cs typeface="Arial" pitchFamily="34" charset="-120"/>
              </a:rPr>
              <a:t>Clearer</a:t>
            </a:r>
            <a:endParaRPr lang="en-US" sz="3000" dirty="0"/>
          </a:p>
          <a:p>
            <a:pPr indent="0" marL="0">
              <a:buNone/>
            </a:pPr>
            <a:r>
              <a:rPr lang="en-US" sz="3000" b="1" dirty="0">
                <a:solidFill>
                  <a:srgbClr val="083E4F"/>
                </a:solidFill>
                <a:latin typeface="Arial" pitchFamily="34" charset="0"/>
                <a:ea typeface="Arial" pitchFamily="34" charset="-122"/>
                <a:cs typeface="Arial" pitchFamily="34" charset="-120"/>
              </a:rPr>
              <a:t>versioning</a:t>
            </a:r>
            <a:endParaRPr lang="en-US" sz="3000" dirty="0"/>
          </a:p>
        </p:txBody>
      </p:sp>
      <p:sp>
        <p:nvSpPr>
          <p:cNvPr id="12" name="Text 10">
            <a:hlinkClick r:id="rId1" tooltip=""/>
          </p:cNvPr>
          <p:cNvSpPr/>
          <p:nvPr/>
        </p:nvSpPr>
        <p:spPr>
          <a:xfrm>
            <a:off x="731520" y="5577840"/>
            <a:ext cx="10698480" cy="411480"/>
          </a:xfrm>
          <a:prstGeom prst="rect">
            <a:avLst/>
          </a:prstGeom>
          <a:noFill/>
          <a:ln/>
        </p:spPr>
        <p:txBody>
          <a:bodyPr wrap="square" lIns="0" tIns="0" rIns="0" bIns="0" rtlCol="0" anchor="ctr"/>
          <a:lstStyle/>
          <a:p>
            <a:pPr indent="0" marL="0">
              <a:buNone/>
            </a:pPr>
            <a:r>
              <a:rPr lang="en-US" sz="2100" u="sng" dirty="0">
                <a:solidFill>
                  <a:srgbClr val="405965"/>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Draft proposal #5296 · release tracking #2496</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10896"/>
            <a:ext cx="10058400" cy="320040"/>
          </a:xfrm>
          <a:prstGeom prst="rect">
            <a:avLst/>
          </a:prstGeom>
          <a:noFill/>
          <a:ln/>
        </p:spPr>
        <p:txBody>
          <a:bodyPr wrap="square" lIns="0" tIns="0" rIns="0" bIns="0" rtlCol="0" anchor="ctr"/>
          <a:lstStyle/>
          <a:p>
            <a:pPr indent="0" marL="0">
              <a:buNone/>
            </a:pPr>
            <a:r>
              <a:rPr lang="en-US" sz="1600" b="1" spc="200" kern="0" dirty="0">
                <a:solidFill>
                  <a:srgbClr val="086679"/>
                </a:solidFill>
                <a:latin typeface="Arial" pitchFamily="34" charset="0"/>
                <a:ea typeface="Arial" pitchFamily="34" charset="-122"/>
                <a:cs typeface="Arial" pitchFamily="34" charset="-120"/>
              </a:rPr>
              <a:t>OPEN SOURCE · CNCF SANDBOX · APACHE 2.0</a:t>
            </a:r>
            <a:endParaRPr lang="en-US" sz="1600" dirty="0"/>
          </a:p>
        </p:txBody>
      </p:sp>
      <p:sp>
        <p:nvSpPr>
          <p:cNvPr id="3" name="Text 1"/>
          <p:cNvSpPr/>
          <p:nvPr/>
        </p:nvSpPr>
        <p:spPr>
          <a:xfrm>
            <a:off x="11183112" y="6510528"/>
            <a:ext cx="438912" cy="237744"/>
          </a:xfrm>
          <a:prstGeom prst="rect">
            <a:avLst/>
          </a:prstGeom>
          <a:noFill/>
          <a:ln/>
        </p:spPr>
        <p:txBody>
          <a:bodyPr wrap="square" lIns="0" tIns="0" rIns="0" bIns="0" rtlCol="0" anchor="ctr"/>
          <a:lstStyle/>
          <a:p>
            <a:pPr algn="r" indent="0" marL="0">
              <a:buNone/>
            </a:pPr>
            <a:r>
              <a:rPr lang="en-US" sz="1200" dirty="0">
                <a:solidFill>
                  <a:srgbClr val="405965"/>
                </a:solidFill>
                <a:latin typeface="Arial" pitchFamily="34" charset="0"/>
                <a:ea typeface="Arial" pitchFamily="34" charset="-122"/>
                <a:cs typeface="Arial" pitchFamily="34" charset="-120"/>
              </a:rPr>
              <a:t>10</a:t>
            </a:r>
            <a:endParaRPr lang="en-US" sz="1200" dirty="0"/>
          </a:p>
        </p:txBody>
      </p:sp>
      <p:sp>
        <p:nvSpPr>
          <p:cNvPr id="4" name="Text 2"/>
          <p:cNvSpPr/>
          <p:nvPr/>
        </p:nvSpPr>
        <p:spPr>
          <a:xfrm>
            <a:off x="566928" y="960120"/>
            <a:ext cx="10972800" cy="914400"/>
          </a:xfrm>
          <a:prstGeom prst="rect">
            <a:avLst/>
          </a:prstGeom>
          <a:noFill/>
          <a:ln/>
        </p:spPr>
        <p:txBody>
          <a:bodyPr wrap="square" lIns="0" tIns="0" rIns="0" bIns="0" rtlCol="0" anchor="ctr"/>
          <a:lstStyle/>
          <a:p>
            <a:pPr indent="0" marL="0">
              <a:buNone/>
            </a:pPr>
            <a:r>
              <a:rPr lang="en-US" sz="4400" b="1" dirty="0">
                <a:solidFill>
                  <a:srgbClr val="083E4F"/>
                </a:solidFill>
                <a:latin typeface="Arial" pitchFamily="34" charset="0"/>
                <a:ea typeface="Arial" pitchFamily="34" charset="-122"/>
                <a:cs typeface="Arial" pitchFamily="34" charset="-120"/>
              </a:rPr>
              <a:t>Infrastructure is code.</a:t>
            </a:r>
            <a:endParaRPr lang="en-US" sz="4400" dirty="0"/>
          </a:p>
        </p:txBody>
      </p:sp>
      <p:sp>
        <p:nvSpPr>
          <p:cNvPr id="5" name="Text 3"/>
          <p:cNvSpPr/>
          <p:nvPr/>
        </p:nvSpPr>
        <p:spPr>
          <a:xfrm>
            <a:off x="566928" y="2176272"/>
            <a:ext cx="7406640" cy="2514600"/>
          </a:xfrm>
          <a:prstGeom prst="rect">
            <a:avLst/>
          </a:prstGeom>
          <a:noFill/>
          <a:ln/>
        </p:spPr>
        <p:txBody>
          <a:bodyPr wrap="square" lIns="0" tIns="0" rIns="0" bIns="0" rtlCol="0" anchor="ctr"/>
          <a:lstStyle/>
          <a:p>
            <a:pPr indent="0" marL="0">
              <a:buNone/>
            </a:pPr>
            <a:r>
              <a:rPr lang="en-US" sz="5100" b="1" dirty="0">
                <a:solidFill>
                  <a:srgbClr val="086679"/>
                </a:solidFill>
                <a:latin typeface="Arial" pitchFamily="34" charset="0"/>
                <a:ea typeface="Arial" pitchFamily="34" charset="-122"/>
                <a:cs typeface="Arial" pitchFamily="34" charset="-120"/>
              </a:rPr>
              <a:t>Plan it.</a:t>
            </a:r>
            <a:endParaRPr lang="en-US" sz="5100" dirty="0"/>
          </a:p>
          <a:p>
            <a:pPr indent="0" marL="0">
              <a:buNone/>
            </a:pPr>
            <a:r>
              <a:rPr lang="en-US" sz="5100" b="1" dirty="0">
                <a:solidFill>
                  <a:srgbClr val="086679"/>
                </a:solidFill>
                <a:latin typeface="Arial" pitchFamily="34" charset="0"/>
                <a:ea typeface="Arial" pitchFamily="34" charset="-122"/>
                <a:cs typeface="Arial" pitchFamily="34" charset="-120"/>
              </a:rPr>
              <a:t>Review it.</a:t>
            </a:r>
            <a:endParaRPr lang="en-US" sz="5100" dirty="0"/>
          </a:p>
          <a:p>
            <a:pPr indent="0" marL="0">
              <a:buNone/>
            </a:pPr>
            <a:r>
              <a:rPr lang="en-US" sz="5100" b="1" dirty="0">
                <a:solidFill>
                  <a:srgbClr val="086679"/>
                </a:solidFill>
                <a:latin typeface="Arial" pitchFamily="34" charset="0"/>
                <a:ea typeface="Arial" pitchFamily="34" charset="-122"/>
                <a:cs typeface="Arial" pitchFamily="34" charset="-120"/>
              </a:rPr>
              <a:t>Apply it.</a:t>
            </a:r>
            <a:endParaRPr lang="en-US" sz="5100" dirty="0"/>
          </a:p>
        </p:txBody>
      </p:sp>
      <p:sp>
        <p:nvSpPr>
          <p:cNvPr id="6" name="Text 4"/>
          <p:cNvSpPr/>
          <p:nvPr/>
        </p:nvSpPr>
        <p:spPr>
          <a:xfrm>
            <a:off x="566928" y="4864608"/>
            <a:ext cx="7589520" cy="594360"/>
          </a:xfrm>
          <a:prstGeom prst="rect">
            <a:avLst/>
          </a:prstGeom>
          <a:noFill/>
          <a:ln/>
        </p:spPr>
        <p:txBody>
          <a:bodyPr wrap="square" lIns="0" tIns="0" rIns="0" bIns="0" rtlCol="0" anchor="ctr"/>
          <a:lstStyle/>
          <a:p>
            <a:pPr indent="0" marL="0">
              <a:buNone/>
            </a:pPr>
            <a:r>
              <a:rPr lang="en-US" sz="3300" b="1" dirty="0">
                <a:solidFill>
                  <a:srgbClr val="083E4F"/>
                </a:solidFill>
                <a:latin typeface="Arial" pitchFamily="34" charset="0"/>
                <a:ea typeface="Arial" pitchFamily="34" charset="-122"/>
                <a:cs typeface="Arial" pitchFamily="34" charset="-120"/>
              </a:rPr>
              <a:t>From the pull request.</a:t>
            </a:r>
            <a:endParaRPr lang="en-US" sz="3300" dirty="0"/>
          </a:p>
        </p:txBody>
      </p:sp>
      <p:pic>
        <p:nvPicPr>
          <p:cNvPr id="7" name="Image 0" descr="QR code for https://www.runatlantis.io/">
            <a:hlinkClick r:id="rId2" tooltip=""/>
          </p:cNvPr>
          <p:cNvPicPr>
            <a:picLocks noChangeAspect="1"/>
          </p:cNvPicPr>
          <p:nvPr/>
        </p:nvPicPr>
        <p:blipFill>
          <a:blip r:embed="rId1"/>
          <a:stretch>
            <a:fillRect/>
          </a:stretch>
        </p:blipFill>
        <p:spPr>
          <a:xfrm>
            <a:off x="8339328" y="2231136"/>
            <a:ext cx="3017520" cy="3017520"/>
          </a:xfrm>
          <a:prstGeom prst="rect">
            <a:avLst/>
          </a:prstGeom>
        </p:spPr>
      </p:pic>
      <p:sp>
        <p:nvSpPr>
          <p:cNvPr id="8" name="Text 5">
            <a:hlinkClick r:id="rId3" tooltip=""/>
          </p:cNvPr>
          <p:cNvSpPr/>
          <p:nvPr/>
        </p:nvSpPr>
        <p:spPr>
          <a:xfrm>
            <a:off x="8119872" y="5431536"/>
            <a:ext cx="3456432" cy="393192"/>
          </a:xfrm>
          <a:prstGeom prst="rect">
            <a:avLst/>
          </a:prstGeom>
          <a:noFill/>
          <a:ln/>
        </p:spPr>
        <p:txBody>
          <a:bodyPr wrap="square" lIns="0" tIns="0" rIns="0" bIns="0" rtlCol="0" anchor="ctr"/>
          <a:lstStyle/>
          <a:p>
            <a:pPr algn="ctr" indent="0" marL="0">
              <a:buNone/>
            </a:pPr>
            <a:r>
              <a:rPr lang="en-US" sz="2700" b="1" u="sng" dirty="0">
                <a:solidFill>
                  <a:srgbClr val="0866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runatlantis.io</a:t>
            </a:r>
            <a:endParaRPr lang="en-US" sz="2700" dirty="0"/>
          </a:p>
        </p:txBody>
      </p:sp>
      <p:sp>
        <p:nvSpPr>
          <p:cNvPr id="9" name="Text 6">
            <a:hlinkClick r:id="rId4" tooltip=""/>
          </p:cNvPr>
          <p:cNvSpPr/>
          <p:nvPr/>
        </p:nvSpPr>
        <p:spPr>
          <a:xfrm>
            <a:off x="566928" y="5559552"/>
            <a:ext cx="7772400" cy="347472"/>
          </a:xfrm>
          <a:prstGeom prst="rect">
            <a:avLst/>
          </a:prstGeom>
          <a:noFill/>
          <a:ln/>
        </p:spPr>
        <p:txBody>
          <a:bodyPr wrap="square" lIns="0" tIns="0" rIns="0" bIns="0" rtlCol="0" anchor="ctr"/>
          <a:lstStyle/>
          <a:p>
            <a:pPr indent="0" marL="0">
              <a:buNone/>
            </a:pPr>
            <a:r>
              <a:rPr lang="en-US" sz="2200" u="sng" dirty="0">
                <a:solidFill>
                  <a:srgbClr val="405965"/>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github.com/runatlantis/atlantis</a:t>
            </a:r>
            <a:endParaRPr lang="en-US" sz="2200" dirty="0"/>
          </a:p>
        </p:txBody>
      </p:sp>
    </p:spTree>
  </p:cSld>
  <p:clrMapOvr>
    <a:masterClrMapping/>
  </p:clrMapOvr>
</p:sld>
</file>

<file path=ppt/theme/conference_theme1.xml><?xml version="1.0" encoding="utf-8"?>
<a:theme xmlns:a="http://schemas.openxmlformats.org/drawingml/2006/main" name="OSSNA24">
  <a:themeElements>
    <a:clrScheme name="Custom 2">
      <a:dk1>
        <a:srgbClr val="000000"/>
      </a:dk1>
      <a:lt1>
        <a:srgbClr val="FFFFFF"/>
      </a:lt1>
      <a:dk2>
        <a:srgbClr val="000000"/>
      </a:dk2>
      <a:lt2>
        <a:srgbClr val="EEEEEE"/>
      </a:lt2>
      <a:accent1>
        <a:srgbClr val="083E4F"/>
      </a:accent1>
      <a:accent2>
        <a:srgbClr val="262267"/>
      </a:accent2>
      <a:accent3>
        <a:srgbClr val="305BA9"/>
      </a:accent3>
      <a:accent4>
        <a:srgbClr val="B0DDFF"/>
      </a:accent4>
      <a:accent5>
        <a:srgbClr val="FFC217"/>
      </a:accent5>
      <a:accent6>
        <a:srgbClr val="FFA35F"/>
      </a:accent6>
      <a:hlink>
        <a:srgbClr val="FF7F15"/>
      </a:hlink>
      <a:folHlink>
        <a:srgbClr val="FFA3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Atlantis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Lightning Talk: Atlantis: Terraform Pull Request Automation for Cloud Native Teams</dc:title>
  <dc:subject>Five-minute CNCF Project Lightning Talk</dc:subject>
  <dc:creator>Rui Chen</dc:creator>
  <cp:lastModifiedBy>Rui Chen</cp:lastModifiedBy>
  <cp:revision>1</cp:revision>
  <dcterms:created xsi:type="dcterms:W3CDTF">2026-09-07T06:56:22Z</dcterms:created>
  <dcterms:modified xsi:type="dcterms:W3CDTF">2026-09-07T06:56:22Z</dcterms:modified>
</cp:coreProperties>
</file>