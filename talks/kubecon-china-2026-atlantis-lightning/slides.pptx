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Masters/conference_slideMaster1.xml" ContentType="application/vnd.openxmlformats-officedocument.presentationml.slideMaster+xml"/>
  <Override PartName="/ppt/theme/conference_theme1.xml" ContentType="application/vnd.openxmlformats-officedocument.theme+xml"/>
  <Override PartName="/ppt/slideLayouts/conference_slideLayout1.xml" ContentType="application/vnd.openxmlformats-officedocument.presentationml.slideLayout+xml"/>
  <Override PartName="/ppt/slideLayouts/conference_slideLayout2.xml" ContentType="application/vnd.openxmlformats-officedocument.presentationml.slideLayout+xml"/>
  <Override PartName="/ppt/slideLayouts/conference_slideLayout3.xml" ContentType="application/vnd.openxmlformats-officedocument.presentationml.slideLayout+xml"/>
  <Override PartName="/ppt/slideLayouts/conference_slideLayout4.xml" ContentType="application/vnd.openxmlformats-officedocument.presentationml.slideLayout+xml"/>
  <Override PartName="/ppt/slideLayouts/conference_slideLayout5.xml" ContentType="application/vnd.openxmlformats-officedocument.presentationml.slideLayout+xml"/>
  <Override PartName="/ppt/slideLayouts/conference_slideLayout6.xml" ContentType="application/vnd.openxmlformats-officedocument.presentationml.slideLayout+xml"/>
  <Override PartName="/ppt/slideLayouts/conference_slideLayout7.xml" ContentType="application/vnd.openxmlformats-officedocument.presentationml.slideLayout+xml"/>
  <Override PartName="/ppt/slideLayouts/conference_slideLayout8.xml" ContentType="application/vnd.openxmlformats-officedocument.presentationml.slideLayout+xml"/>
  <Override PartName="/ppt/slideLayouts/conference_slideLayout9.xml" ContentType="application/vnd.openxmlformats-officedocument.presentationml.slideLayout+xml"/>
  <Override PartName="/ppt/slideLayouts/conference_slideLayout10.xml" ContentType="application/vnd.openxmlformats-officedocument.presentationml.slideLayout+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conference_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0:00–0:20 (20 seconds)
Spoken words: 34
Cue: Define Atlantis before introducing the workflow.
Hi, I'm Rui, an Atlantis maintainer. Atlantis is an open-source service that runs Terraform and OpenTofu plans and applies from pull requests. The idea is simple: code review should include the infrastructure execution result.
Transition: Advance after the final sentence.
Emergency cuts:
None; retain this slide’s narration.
Reference notes (not spoken):
See sources.md for factual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0:20–1:10 (50 seconds)
Spoken words: 76
Cue: Trace the loop once; distinguish orchestration from provider/state execution.
Many teams already automate infrastructure. Atlantis brings planning, review, execution, and results into one workflow. A developer opens a pull request. The Git host sends a webhook; Atlantis runs Terraform or OpenTofu and posts the plan back. The team reviews the code and plan together. An authorized engineer requests atlantis apply. Atlantis checks configured requirements, executes the change, and reports the result in the pull request. The infrastructure tooling still uses your providers and state backend.
Transition: Advance after the final sentence.
Emergency cuts:
None; retain this slide’s narration.
Reference notes (not spoken):
C01/C05/C06: Atlantis orchestrates VCS interaction, affected-project workflows, command requirements and reporting. Terraform/OpenTofu handles provider APIs and remote state/backend operations. The diagram combines plan and apply result arrows; they are separate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1:10–1:50 (40 seconds)
Spoken words: 62
Cue: Explain the engineer experience; do not repeat the architecture.
Here is one database capacity change. The summary says zero to add, one to change, zero to destroy. Small does not mean safe: the reviewer reads the full plan and considers operational impact. The plan becomes review context attached to the code change. If execution fails, the team can correct the change in the same pull request. This example applies before merging.
Transition: Advance after the final sentence.
Emergency cuts:
If execution fails, the team can correct the change in the same pull request.
Reference notes (not spoken):
See sources.md for factual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1:50–2:15 (25 seconds)
Spoken words: 38
Cue: Three outcomes; centralized execution is not a security guarantee.
Platform teams get visibility, control, and collaboration. Plans and results sit beside code. Credentials and execution are centralized; configured requirements and locking coordinate changes. Developers propose; platform rules govern execution. Centralization still needs careful permissions and trusted repositories.
Transition: Advance after the final sentence.
Emergency cuts:
None; retain this slide’s narration.
Reference notes (not spoken):
C18: Provider credentials are supplied to the Atlantis execution environment; this does not assert that all developer credentials disappear. Repo/server configuration controls requirements. Atlantis locks a directory/workspace across PRs; this is separate from Terraform state locking. Plan execution also needs trusted repositories and restricted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2:15–2:40 (25 seconds)
Spoken words: 36
Cue: Point to the flow; do not read the host list.
Atlantis connects your Git provider to IaC execution. You can build pieces in generic CI; Atlantis packages projects, plans, applies, locking, and VCS interaction into one service. Custom workflows extend execution, including tools such as Terragrunt.
Transition: Advance after the final sentence.
Emergency cuts:
Custom workflows extend execution, including tools such as Terragrunt.
Reference notes (not spoken):
P01–P03/C04/C18: Current hosts: GitHub, GitLab, Bitbucket Cloud and Server, Azure DevOps, Gitea and compatible forks such as Forgejo. Examples on screen are not exhaustive. Terraform and OpenTofu are selectable distributions. Terragrunt requires its binary and custom workflow commands; it is not a peer provider. Project discovery/planning, apply coordination, locking and VCS comments are purpose-built behaviors, not capabilities exclusive to Atlantis.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2:40–3:00 (20 seconds)
Spoken words: 32
Cue: Policy and cost are separate, optional review inputs.
Platform teams compose tooling through custom workflows. Policy and cost are examples: Conftest checks the plan; Infracost adds cost context. These are configured extensions, not checks that every Atlantis installation automatically runs.
Transition: Advance after the final sentence.
Emergency cuts:
None; retain this slide’s narration.
Reference notes (not spoken):
P04/P05/P07: Examples, not an exhaustive ecosystem: Conftest policy evaluation and Infracost cost estimation. Custom workflow run steps invoke external tools. Server-side pre/post workflow hooks support surrounding scripts; unlike workflow output, hooks do not automatically post their output as PR comments. Pre-hook errors do not block workflows by default; fail-on-pre-workflow-hook-error changes that behavior. Infracost integration requires configured tooling/hooks or workflow steps; it is not enabled by installing Atlantis. Custom validation or notification scripts are possible mechanisms, not bundled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3:00–3:20 (20 seconds)
Spoken words: 34
Cue: Hosting choice does not determine provider support.
Atlantis is self-hosted: use Helm, a container, or a server binary. Kubernetes is optional. Running Atlantis on Kubernetes does not limit it to managing Kubernetes; Terraform and OpenTofu providers determine the infrastructure being managed.
Transition: Advance after the final sentence.
Emergency cuts:
None; retain this slide’s narration.
Reference notes (not spoken):
P06: Official Helm chart, official container image and Go binary deployment. Hosting is distinct from Terraform/OpenTofu provider targets. No cloud-provider compatibility list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3:20–3:50 (30 seconds)
Spoken words: 43
Cue: Say the year; point to the official survey blog.
The project's twenty twenty-four survey received three hundred fifty-four responses. GitHub led, with sizeable GitLab usage. Terraform dominated; about half also used Terragrunt, and OpenTofu was gaining ground. Kubernetes and AWS were common deployment environments. These are historical community responses, not market share.
Transition: Advance after the final sentence.
Emergency cuts:
None; retain this slide’s narration.
Reference notes (not spoken):
S01–S05: Official 2024 survey: 354 responses, not organizations or market share. GitHub most common; sizeable GitLab, then Bitbucket/others. Terraform dominant; about half additionally use Terragrunt; OpenTofu gaining ground. Kubernetes and/or AWS common. Published Markdown links WebP chart images, with no raw numeric table or downloadable dataset; no chart estimates used. Visible examples summarize breadth; complete qualitative findings remain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3:50–4:05 (15 seconds)
Spoken words: 29
Cue: Keep project direction brief and explicitly provisional.
The draft one point zero proposal clarifies the compatibility contract: breaking changes would require major versions. It signals stability and backwards compatibility. This is planning, not a release announcement.
Transition: Advance after the final sentence.
Emergency cuts:
None; retain this slide’s narration.
Reference notes (not spoken):
R01: Draft PR #5296 says 1.0 is not expected to differ from a usual 0.x feature release; it signals stability/backwards compatibility. Proposed semantics: bug fixes patch, features minor, backwards-incompatible changes major. Server settings, repo config, API and core execution behavior are examples of compatibility boundaries. Draft and unmerged; no release date 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4:05–4:30 (25 seconds)
Spoken words: 42
Cue: Point to discovery links, then hold the final slide.
Learn more at runatlantis dot io, explore the code on GitHub, and join the CNCF community. Find Atlantis at Project Pavilion, table T-ten, in Grand Ballroom One on Tuesday. Infrastructure is code. Plan it. Review it. Apply it. From the pull request.
Transition: Hold the closing slide.
Emergency cuts:
None; retain this slide’s narration.
Reference notes (not spoken):
E03: Project Pavilion T-10, Tuesday September 8, 10:30–14:30, Grand Ballroom I. The slot extends into afternoon. This does not promise Rui is continuously present during the whole pavilion slot. Community meetings: every two weeks on Wednesday at 16:00 UTC. Official agenda/notes and calendar access: https://docs.google.com/document/d/1EzseHmT4Zarj-_7MO8ud5mHByIJGIHS7JdoNNK9ZckU/edit (verified against the public document and official v0.37.0 release announcement).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conference_slideLayout1.xml.rels><?xml version="1.0" encoding="utf-8"?><Relationships xmlns="http://schemas.openxmlformats.org/package/2006/relationships"><Relationship Id="rId3" Type="http://schemas.openxmlformats.org/officeDocument/2006/relationships/image" Target="../media/conference_image2.png"/><Relationship Id="rId2" Type="http://schemas.openxmlformats.org/officeDocument/2006/relationships/image" Target="../media/conference_image1.png"/><Relationship Id="rId1" Type="http://schemas.openxmlformats.org/officeDocument/2006/relationships/slideMaster" Target="../slideMasters/conference_slideMaster1.xml"/><Relationship Id="rId4" Type="http://schemas.openxmlformats.org/officeDocument/2006/relationships/image" Target="../media/conference_image3.svg"/></Relationships>
</file>

<file path=ppt/slideLayouts/_rels/conference_slideLayout2.xml.rels><?xml version="1.0" encoding="utf-8"?><Relationships xmlns="http://schemas.openxmlformats.org/package/2006/relationships"><Relationship Id="rId3" Type="http://schemas.openxmlformats.org/officeDocument/2006/relationships/image" Target="../media/conference_image2.png"/><Relationship Id="rId2" Type="http://schemas.openxmlformats.org/officeDocument/2006/relationships/image" Target="../media/conference_image1.png"/><Relationship Id="rId1" Type="http://schemas.openxmlformats.org/officeDocument/2006/relationships/slideMaster" Target="../slideMasters/conference_slideMaster1.xml"/><Relationship Id="rId4" Type="http://schemas.openxmlformats.org/officeDocument/2006/relationships/image" Target="../media/conference_image3.svg"/></Relationships>
</file>

<file path=ppt/slideLayouts/_rels/conference_slideLayout3.xml.rels><?xml version="1.0" encoding="utf-8"?><Relationships xmlns="http://schemas.openxmlformats.org/package/2006/relationships"><Relationship Id="rId3" Type="http://schemas.openxmlformats.org/officeDocument/2006/relationships/image" Target="../media/conference_image5.png"/><Relationship Id="rId2" Type="http://schemas.openxmlformats.org/officeDocument/2006/relationships/image" Target="../media/conference_image4.png"/><Relationship Id="rId1" Type="http://schemas.openxmlformats.org/officeDocument/2006/relationships/slideMaster" Target="../slideMasters/conference_slideMaster1.xml"/><Relationship Id="rId5" Type="http://schemas.openxmlformats.org/officeDocument/2006/relationships/image" Target="../media/conference_image3.svg"/><Relationship Id="rId4" Type="http://schemas.openxmlformats.org/officeDocument/2006/relationships/image" Target="../media/conference_image2.png"/></Relationships>
</file>

<file path=ppt/slideLayouts/_rels/conference_slideLayout4.xml.rels><?xml version="1.0" encoding="utf-8"?><Relationships xmlns="http://schemas.openxmlformats.org/package/2006/relationships"><Relationship Id="rId3" Type="http://schemas.openxmlformats.org/officeDocument/2006/relationships/image" Target="../media/conference_image7.png"/><Relationship Id="rId2" Type="http://schemas.openxmlformats.org/officeDocument/2006/relationships/image" Target="../media/conference_image6.png"/><Relationship Id="rId1" Type="http://schemas.openxmlformats.org/officeDocument/2006/relationships/slideMaster" Target="../slideMasters/conference_slideMaster1.xml"/><Relationship Id="rId5" Type="http://schemas.openxmlformats.org/officeDocument/2006/relationships/image" Target="../media/conference_image3.svg"/><Relationship Id="rId4" Type="http://schemas.openxmlformats.org/officeDocument/2006/relationships/image" Target="../media/conference_image2.png"/></Relationships>
</file>

<file path=ppt/slideLayouts/_rels/conference_slideLayout5.xml.rels><?xml version="1.0" encoding="utf-8"?><Relationships xmlns="http://schemas.openxmlformats.org/package/2006/relationships"><Relationship Id="rId3" Type="http://schemas.openxmlformats.org/officeDocument/2006/relationships/image" Target="../media/conference_image9.svg"/><Relationship Id="rId2" Type="http://schemas.openxmlformats.org/officeDocument/2006/relationships/image" Target="../media/conference_image8.png"/><Relationship Id="rId1" Type="http://schemas.openxmlformats.org/officeDocument/2006/relationships/slideMaster" Target="../slideMasters/conference_slideMaster1.xml"/></Relationships>
</file>

<file path=ppt/slideLayouts/_rels/conference_slideLayout6.xml.rels><?xml version="1.0" encoding="utf-8"?><Relationships xmlns="http://schemas.openxmlformats.org/package/2006/relationships"><Relationship Id="rId3" Type="http://schemas.openxmlformats.org/officeDocument/2006/relationships/image" Target="../media/conference_image3.svg"/><Relationship Id="rId2" Type="http://schemas.openxmlformats.org/officeDocument/2006/relationships/image" Target="../media/conference_image2.png"/><Relationship Id="rId1" Type="http://schemas.openxmlformats.org/officeDocument/2006/relationships/slideMaster" Target="../slideMasters/conference_slideMaster1.xml"/></Relationships>
</file>

<file path=ppt/slideLayouts/_rels/conference_slideLayout7.xml.rels><?xml version="1.0" encoding="utf-8"?><Relationships xmlns="http://schemas.openxmlformats.org/package/2006/relationships"><Relationship Id="rId3" Type="http://schemas.openxmlformats.org/officeDocument/2006/relationships/image" Target="../media/conference_image9.svg"/><Relationship Id="rId2" Type="http://schemas.openxmlformats.org/officeDocument/2006/relationships/image" Target="../media/conference_image8.png"/><Relationship Id="rId1" Type="http://schemas.openxmlformats.org/officeDocument/2006/relationships/slideMaster" Target="../slideMasters/conference_slideMaster1.xml"/></Relationships>
</file>

<file path=ppt/slideLayouts/_rels/conference_slideLayout8.xml.rels><?xml version="1.0" encoding="utf-8"?><Relationships xmlns="http://schemas.openxmlformats.org/package/2006/relationships"><Relationship Id="rId3" Type="http://schemas.openxmlformats.org/officeDocument/2006/relationships/image" Target="../media/conference_image9.svg"/><Relationship Id="rId2" Type="http://schemas.openxmlformats.org/officeDocument/2006/relationships/image" Target="../media/conference_image8.png"/><Relationship Id="rId1" Type="http://schemas.openxmlformats.org/officeDocument/2006/relationships/slideMaster" Target="../slideMasters/conference_slideMaster1.xml"/></Relationships>
</file>

<file path=ppt/slideLayouts/_rels/conference_slideLayout9.xml.rels><?xml version="1.0" encoding="utf-8"?><Relationships xmlns="http://schemas.openxmlformats.org/package/2006/relationships"><Relationship Id="rId3" Type="http://schemas.openxmlformats.org/officeDocument/2006/relationships/image" Target="../media/conference_image9.svg"/><Relationship Id="rId2" Type="http://schemas.openxmlformats.org/officeDocument/2006/relationships/image" Target="../media/conference_image8.png"/><Relationship Id="rId1" Type="http://schemas.openxmlformats.org/officeDocument/2006/relationships/slideMaster" Target="../slideMasters/conference_slideMaster1.xml"/></Relationships>
</file>

<file path=ppt/slideLayouts/_rels/conference_slideLayout10.xml.rels><?xml version="1.0" encoding="utf-8"?><Relationships xmlns="http://schemas.openxmlformats.org/package/2006/relationships"><Relationship Id="rId3" Type="http://schemas.openxmlformats.org/officeDocument/2006/relationships/image" Target="../media/conference_image2.png"/><Relationship Id="rId2" Type="http://schemas.openxmlformats.org/officeDocument/2006/relationships/image" Target="../media/conference_image10.png"/><Relationship Id="rId1" Type="http://schemas.openxmlformats.org/officeDocument/2006/relationships/slideMaster" Target="../slideMasters/conference_slideMaster1.xml"/><Relationship Id="rId4" Type="http://schemas.openxmlformats.org/officeDocument/2006/relationships/image" Target="../media/conference_image3.svg"/></Relationships>
</file>

<file path=ppt/slideLayouts/conference_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83E4F"/>
        </a:solidFill>
        <a:effectLst/>
      </p:bgPr>
    </p:bg>
    <p:spTree>
      <p:nvGrpSpPr>
        <p:cNvPr id="1" name="Shape 9"/>
        <p:cNvGrpSpPr/>
        <p:nvPr/>
      </p:nvGrpSpPr>
      <p:grpSpPr>
        <a:xfrm>
          <a:off x="0" y="0"/>
          <a:ext cx="0" cy="0"/>
          <a:chOff x="0" y="0"/>
          <a:chExt cx="0" cy="0"/>
        </a:xfrm>
      </p:grpSpPr>
      <p:grpSp>
        <p:nvGrpSpPr>
          <p:cNvPr id="10" name="Google Shape;10;p12"/>
          <p:cNvGrpSpPr/>
          <p:nvPr/>
        </p:nvGrpSpPr>
        <p:grpSpPr>
          <a:xfrm>
            <a:off x="0" y="0"/>
            <a:ext cx="12192000" cy="6861416"/>
            <a:chOff x="0" y="0"/>
            <a:chExt cx="12192000" cy="6861416"/>
          </a:xfrm>
        </p:grpSpPr>
        <p:pic>
          <p:nvPicPr>
            <p:cNvPr id="11" name="Google Shape;11;p12" descr="A green cityscape with a globe&#10;&#10;Description automatically generated"/>
            <p:cNvPicPr preferRelativeResize="0"/>
            <p:nvPr/>
          </p:nvPicPr>
          <p:blipFill rotWithShape="1">
            <a:blip r:embed="rId2">
              <a:alphaModFix/>
            </a:blip>
            <a:srcRect l="7975" r="3180"/>
            <a:stretch/>
          </p:blipFill>
          <p:spPr>
            <a:xfrm>
              <a:off x="0" y="0"/>
              <a:ext cx="12192000" cy="6861416"/>
            </a:xfrm>
            <a:prstGeom prst="rect">
              <a:avLst/>
            </a:prstGeom>
            <a:noFill/>
            <a:ln>
              <a:noFill/>
            </a:ln>
          </p:spPr>
        </p:pic>
        <p:sp>
          <p:nvSpPr>
            <p:cNvPr id="12" name="Google Shape;12;p12"/>
            <p:cNvSpPr/>
            <p:nvPr/>
          </p:nvSpPr>
          <p:spPr>
            <a:xfrm>
              <a:off x="0" y="3375600"/>
              <a:ext cx="1750000" cy="1285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a:p>
          </p:txBody>
        </p:sp>
      </p:grpSp>
      <p:sp>
        <p:nvSpPr>
          <p:cNvPr id="13" name="Google Shape;13;p12"/>
          <p:cNvSpPr txBox="1">
            <a:spLocks noGrp="1"/>
          </p:cNvSpPr>
          <p:nvPr>
            <p:ph type="ctrTitle"/>
          </p:nvPr>
        </p:nvSpPr>
        <p:spPr>
          <a:xfrm>
            <a:off x="414953" y="1668595"/>
            <a:ext cx="10680268" cy="1940237"/>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400"/>
              <a:buNone/>
              <a:defRPr sz="6400" b="1" i="0">
                <a:solidFill>
                  <a:schemeClr val="lt1"/>
                </a:solidFill>
                <a:latin typeface="Arial"/>
                <a:ea typeface="Arial"/>
                <a:cs typeface="Arial"/>
                <a:sym typeface="Arial"/>
              </a:defRPr>
            </a:lvl1pPr>
            <a:lvl2pPr lvl="1" algn="ctr">
              <a:lnSpc>
                <a:spcPct val="100000"/>
              </a:lnSpc>
              <a:spcBef>
                <a:spcPts val="0"/>
              </a:spcBef>
              <a:spcAft>
                <a:spcPts val="0"/>
              </a:spcAft>
              <a:buClr>
                <a:schemeClr val="lt1"/>
              </a:buClr>
              <a:buSzPts val="6400"/>
              <a:buNone/>
              <a:defRPr sz="6400">
                <a:solidFill>
                  <a:schemeClr val="lt1"/>
                </a:solidFill>
              </a:defRPr>
            </a:lvl2pPr>
            <a:lvl3pPr lvl="2" algn="ctr">
              <a:lnSpc>
                <a:spcPct val="100000"/>
              </a:lnSpc>
              <a:spcBef>
                <a:spcPts val="0"/>
              </a:spcBef>
              <a:spcAft>
                <a:spcPts val="0"/>
              </a:spcAft>
              <a:buClr>
                <a:schemeClr val="lt1"/>
              </a:buClr>
              <a:buSzPts val="6400"/>
              <a:buNone/>
              <a:defRPr sz="6400">
                <a:solidFill>
                  <a:schemeClr val="lt1"/>
                </a:solidFill>
              </a:defRPr>
            </a:lvl3pPr>
            <a:lvl4pPr lvl="3" algn="ctr">
              <a:lnSpc>
                <a:spcPct val="100000"/>
              </a:lnSpc>
              <a:spcBef>
                <a:spcPts val="0"/>
              </a:spcBef>
              <a:spcAft>
                <a:spcPts val="0"/>
              </a:spcAft>
              <a:buClr>
                <a:schemeClr val="lt1"/>
              </a:buClr>
              <a:buSzPts val="6400"/>
              <a:buNone/>
              <a:defRPr sz="6400">
                <a:solidFill>
                  <a:schemeClr val="lt1"/>
                </a:solidFill>
              </a:defRPr>
            </a:lvl4pPr>
            <a:lvl5pPr lvl="4" algn="ctr">
              <a:lnSpc>
                <a:spcPct val="100000"/>
              </a:lnSpc>
              <a:spcBef>
                <a:spcPts val="0"/>
              </a:spcBef>
              <a:spcAft>
                <a:spcPts val="0"/>
              </a:spcAft>
              <a:buClr>
                <a:schemeClr val="lt1"/>
              </a:buClr>
              <a:buSzPts val="6400"/>
              <a:buNone/>
              <a:defRPr sz="6400">
                <a:solidFill>
                  <a:schemeClr val="lt1"/>
                </a:solidFill>
              </a:defRPr>
            </a:lvl5pPr>
            <a:lvl6pPr lvl="5" algn="ctr">
              <a:lnSpc>
                <a:spcPct val="100000"/>
              </a:lnSpc>
              <a:spcBef>
                <a:spcPts val="0"/>
              </a:spcBef>
              <a:spcAft>
                <a:spcPts val="0"/>
              </a:spcAft>
              <a:buClr>
                <a:schemeClr val="lt1"/>
              </a:buClr>
              <a:buSzPts val="6400"/>
              <a:buNone/>
              <a:defRPr sz="6400">
                <a:solidFill>
                  <a:schemeClr val="lt1"/>
                </a:solidFill>
              </a:defRPr>
            </a:lvl6pPr>
            <a:lvl7pPr lvl="6" algn="ctr">
              <a:lnSpc>
                <a:spcPct val="100000"/>
              </a:lnSpc>
              <a:spcBef>
                <a:spcPts val="0"/>
              </a:spcBef>
              <a:spcAft>
                <a:spcPts val="0"/>
              </a:spcAft>
              <a:buClr>
                <a:schemeClr val="lt1"/>
              </a:buClr>
              <a:buSzPts val="6400"/>
              <a:buNone/>
              <a:defRPr sz="6400">
                <a:solidFill>
                  <a:schemeClr val="lt1"/>
                </a:solidFill>
              </a:defRPr>
            </a:lvl7pPr>
            <a:lvl8pPr lvl="7" algn="ctr">
              <a:lnSpc>
                <a:spcPct val="100000"/>
              </a:lnSpc>
              <a:spcBef>
                <a:spcPts val="0"/>
              </a:spcBef>
              <a:spcAft>
                <a:spcPts val="0"/>
              </a:spcAft>
              <a:buClr>
                <a:schemeClr val="lt1"/>
              </a:buClr>
              <a:buSzPts val="6400"/>
              <a:buNone/>
              <a:defRPr sz="6400">
                <a:solidFill>
                  <a:schemeClr val="lt1"/>
                </a:solidFill>
              </a:defRPr>
            </a:lvl8pPr>
            <a:lvl9pPr lvl="8" algn="ctr">
              <a:lnSpc>
                <a:spcPct val="100000"/>
              </a:lnSpc>
              <a:spcBef>
                <a:spcPts val="0"/>
              </a:spcBef>
              <a:spcAft>
                <a:spcPts val="0"/>
              </a:spcAft>
              <a:buClr>
                <a:schemeClr val="lt1"/>
              </a:buClr>
              <a:buSzPts val="6400"/>
              <a:buNone/>
              <a:defRPr sz="6400">
                <a:solidFill>
                  <a:schemeClr val="lt1"/>
                </a:solidFill>
              </a:defRPr>
            </a:lvl9pPr>
          </a:lstStyle>
          <a:p>
            <a:endParaRPr/>
          </a:p>
        </p:txBody>
      </p:sp>
      <p:sp>
        <p:nvSpPr>
          <p:cNvPr id="14" name="Google Shape;14;p12"/>
          <p:cNvSpPr txBox="1">
            <a:spLocks noGrp="1"/>
          </p:cNvSpPr>
          <p:nvPr>
            <p:ph type="subTitle" idx="1"/>
          </p:nvPr>
        </p:nvSpPr>
        <p:spPr>
          <a:xfrm>
            <a:off x="414952" y="3608832"/>
            <a:ext cx="10680268" cy="812339"/>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3733"/>
              <a:buNone/>
              <a:defRPr sz="3733" b="1" i="0">
                <a:solidFill>
                  <a:schemeClr val="lt1"/>
                </a:solidFill>
                <a:latin typeface="Arial"/>
                <a:ea typeface="Arial"/>
                <a:cs typeface="Arial"/>
                <a:sym typeface="Arial"/>
              </a:defRPr>
            </a:lvl1pPr>
            <a:lvl2pPr lvl="1" algn="ctr">
              <a:lnSpc>
                <a:spcPct val="100000"/>
              </a:lnSpc>
              <a:spcBef>
                <a:spcPts val="0"/>
              </a:spcBef>
              <a:spcAft>
                <a:spcPts val="0"/>
              </a:spcAft>
              <a:buClr>
                <a:schemeClr val="lt1"/>
              </a:buClr>
              <a:buSzPts val="3733"/>
              <a:buNone/>
              <a:defRPr sz="3733">
                <a:solidFill>
                  <a:schemeClr val="lt1"/>
                </a:solidFill>
              </a:defRPr>
            </a:lvl2pPr>
            <a:lvl3pPr lvl="2" algn="ctr">
              <a:lnSpc>
                <a:spcPct val="100000"/>
              </a:lnSpc>
              <a:spcBef>
                <a:spcPts val="0"/>
              </a:spcBef>
              <a:spcAft>
                <a:spcPts val="0"/>
              </a:spcAft>
              <a:buClr>
                <a:schemeClr val="lt1"/>
              </a:buClr>
              <a:buSzPts val="3733"/>
              <a:buNone/>
              <a:defRPr sz="3733">
                <a:solidFill>
                  <a:schemeClr val="lt1"/>
                </a:solidFill>
              </a:defRPr>
            </a:lvl3pPr>
            <a:lvl4pPr lvl="3" algn="ctr">
              <a:lnSpc>
                <a:spcPct val="100000"/>
              </a:lnSpc>
              <a:spcBef>
                <a:spcPts val="0"/>
              </a:spcBef>
              <a:spcAft>
                <a:spcPts val="0"/>
              </a:spcAft>
              <a:buClr>
                <a:schemeClr val="lt1"/>
              </a:buClr>
              <a:buSzPts val="3733"/>
              <a:buNone/>
              <a:defRPr sz="3733">
                <a:solidFill>
                  <a:schemeClr val="lt1"/>
                </a:solidFill>
              </a:defRPr>
            </a:lvl4pPr>
            <a:lvl5pPr lvl="4" algn="ctr">
              <a:lnSpc>
                <a:spcPct val="100000"/>
              </a:lnSpc>
              <a:spcBef>
                <a:spcPts val="0"/>
              </a:spcBef>
              <a:spcAft>
                <a:spcPts val="0"/>
              </a:spcAft>
              <a:buClr>
                <a:schemeClr val="lt1"/>
              </a:buClr>
              <a:buSzPts val="3733"/>
              <a:buNone/>
              <a:defRPr sz="3733">
                <a:solidFill>
                  <a:schemeClr val="lt1"/>
                </a:solidFill>
              </a:defRPr>
            </a:lvl5pPr>
            <a:lvl6pPr lvl="5" algn="ctr">
              <a:lnSpc>
                <a:spcPct val="100000"/>
              </a:lnSpc>
              <a:spcBef>
                <a:spcPts val="0"/>
              </a:spcBef>
              <a:spcAft>
                <a:spcPts val="0"/>
              </a:spcAft>
              <a:buClr>
                <a:schemeClr val="lt1"/>
              </a:buClr>
              <a:buSzPts val="3733"/>
              <a:buNone/>
              <a:defRPr sz="3733">
                <a:solidFill>
                  <a:schemeClr val="lt1"/>
                </a:solidFill>
              </a:defRPr>
            </a:lvl6pPr>
            <a:lvl7pPr lvl="6" algn="ctr">
              <a:lnSpc>
                <a:spcPct val="100000"/>
              </a:lnSpc>
              <a:spcBef>
                <a:spcPts val="0"/>
              </a:spcBef>
              <a:spcAft>
                <a:spcPts val="0"/>
              </a:spcAft>
              <a:buClr>
                <a:schemeClr val="lt1"/>
              </a:buClr>
              <a:buSzPts val="3733"/>
              <a:buNone/>
              <a:defRPr sz="3733">
                <a:solidFill>
                  <a:schemeClr val="lt1"/>
                </a:solidFill>
              </a:defRPr>
            </a:lvl7pPr>
            <a:lvl8pPr lvl="7" algn="ctr">
              <a:lnSpc>
                <a:spcPct val="100000"/>
              </a:lnSpc>
              <a:spcBef>
                <a:spcPts val="0"/>
              </a:spcBef>
              <a:spcAft>
                <a:spcPts val="0"/>
              </a:spcAft>
              <a:buClr>
                <a:schemeClr val="lt1"/>
              </a:buClr>
              <a:buSzPts val="3733"/>
              <a:buNone/>
              <a:defRPr sz="3733">
                <a:solidFill>
                  <a:schemeClr val="lt1"/>
                </a:solidFill>
              </a:defRPr>
            </a:lvl8pPr>
            <a:lvl9pPr lvl="8" algn="ctr">
              <a:lnSpc>
                <a:spcPct val="100000"/>
              </a:lnSpc>
              <a:spcBef>
                <a:spcPts val="0"/>
              </a:spcBef>
              <a:spcAft>
                <a:spcPts val="0"/>
              </a:spcAft>
              <a:buClr>
                <a:schemeClr val="lt1"/>
              </a:buClr>
              <a:buSzPts val="3733"/>
              <a:buNone/>
              <a:defRPr sz="3733">
                <a:solidFill>
                  <a:schemeClr val="lt1"/>
                </a:solidFill>
              </a:defRPr>
            </a:lvl9pPr>
          </a:lstStyle>
          <a:p>
            <a:endParaRPr/>
          </a:p>
        </p:txBody>
      </p:sp>
      <p:sp>
        <p:nvSpPr>
          <p:cNvPr id="15" name="Google Shape;15;p12"/>
          <p:cNvSpPr txBox="1"/>
          <p:nvPr/>
        </p:nvSpPr>
        <p:spPr>
          <a:xfrm>
            <a:off x="6096000" y="238043"/>
            <a:ext cx="5673420" cy="615499"/>
          </a:xfrm>
          <a:prstGeom prst="rect">
            <a:avLst/>
          </a:prstGeom>
          <a:noFill/>
          <a:ln>
            <a:noFill/>
          </a:ln>
        </p:spPr>
        <p:txBody>
          <a:bodyPr spcFirstLastPara="1" wrap="square" lIns="121900" tIns="60933" rIns="121900" bIns="60933" anchor="t" anchorCtr="0">
            <a:spAutoFit/>
          </a:bodyPr>
          <a:lstStyle/>
          <a:p>
            <a:pPr marL="0" marR="0" lvl="0" indent="0" algn="r" defTabSz="1219200" rtl="0" eaLnBrk="1" fontAlgn="auto" latinLnBrk="0" hangingPunct="1">
              <a:lnSpc>
                <a:spcPct val="100000"/>
              </a:lnSpc>
              <a:spcBef>
                <a:spcPts val="0"/>
              </a:spcBef>
              <a:spcAft>
                <a:spcPts val="0"/>
              </a:spcAft>
              <a:buClr>
                <a:srgbClr val="000000"/>
              </a:buClr>
              <a:buSzTx/>
              <a:buFont typeface="Arial"/>
              <a:buNone/>
              <a:tabLst/>
              <a:defRPr/>
            </a:pPr>
            <a:r>
              <a:rPr lang="en" sz="1600" b="0" i="0" u="none" strike="noStrike" cap="none" dirty="0">
                <a:solidFill>
                  <a:schemeClr val="lt1"/>
                </a:solidFill>
                <a:latin typeface="Arial"/>
                <a:ea typeface="Arial"/>
                <a:cs typeface="Arial"/>
                <a:sym typeface="Arial"/>
              </a:rPr>
              <a:t>#</a:t>
            </a:r>
            <a:r>
              <a:rPr lang="en" sz="1600" b="0" i="0" u="none" strike="noStrike" cap="none" dirty="0" err="1">
                <a:solidFill>
                  <a:schemeClr val="lt1"/>
                </a:solidFill>
                <a:latin typeface="Arial"/>
                <a:ea typeface="Arial"/>
                <a:cs typeface="Arial"/>
                <a:sym typeface="Arial"/>
              </a:rPr>
              <a:t>KubeCon</a:t>
            </a:r>
            <a:r>
              <a:rPr lang="en" sz="1600" b="0" i="0" u="none" strike="noStrike" cap="none" dirty="0">
                <a:solidFill>
                  <a:schemeClr val="lt1"/>
                </a:solidFill>
                <a:latin typeface="Arial"/>
                <a:ea typeface="Arial"/>
                <a:cs typeface="Arial"/>
                <a:sym typeface="Arial"/>
              </a:rPr>
              <a:t> #</a:t>
            </a:r>
            <a:r>
              <a:rPr lang="en" sz="1600" b="0" i="0" u="none" strike="noStrike" cap="none" dirty="0" err="1">
                <a:solidFill>
                  <a:schemeClr val="lt1"/>
                </a:solidFill>
                <a:latin typeface="Arial"/>
                <a:ea typeface="Arial"/>
                <a:cs typeface="Arial"/>
                <a:sym typeface="Arial"/>
              </a:rPr>
              <a:t>CloudNativeCon</a:t>
            </a:r>
            <a:br>
              <a:rPr lang="en" sz="1600" b="0" i="0" u="none" strike="noStrike" cap="none" dirty="0">
                <a:solidFill>
                  <a:schemeClr val="lt1"/>
                </a:solidFill>
                <a:latin typeface="Arial"/>
                <a:ea typeface="Arial"/>
                <a:cs typeface="Arial"/>
                <a:sym typeface="Arial"/>
              </a:rPr>
            </a:br>
            <a:r>
              <a:rPr lang="en-GB" sz="1600" b="0" i="0" u="none" strike="noStrike" cap="none" dirty="0">
                <a:solidFill>
                  <a:schemeClr val="lt1"/>
                </a:solidFill>
                <a:latin typeface="Arial"/>
                <a:ea typeface="Arial"/>
                <a:cs typeface="Arial"/>
                <a:sym typeface="Arial"/>
              </a:rPr>
              <a:t>#</a:t>
            </a:r>
            <a:r>
              <a:rPr lang="en-GB" sz="1600" b="0" i="0" u="none" strike="noStrike" cap="none" dirty="0" err="1">
                <a:solidFill>
                  <a:schemeClr val="lt1"/>
                </a:solidFill>
                <a:latin typeface="Arial"/>
                <a:ea typeface="Arial"/>
                <a:cs typeface="Arial"/>
                <a:sym typeface="Arial"/>
              </a:rPr>
              <a:t>OpenInfraSummit</a:t>
            </a:r>
            <a:r>
              <a:rPr lang="en-GB" sz="1600" b="0" i="0" u="none" strike="noStrike" cap="none" dirty="0">
                <a:solidFill>
                  <a:schemeClr val="lt1"/>
                </a:solidFill>
                <a:latin typeface="Arial"/>
                <a:ea typeface="Arial"/>
                <a:cs typeface="Arial"/>
                <a:sym typeface="Arial"/>
              </a:rPr>
              <a:t> #</a:t>
            </a:r>
            <a:r>
              <a:rPr lang="en-GB" sz="1600" b="0" i="0" u="none" strike="noStrike" cap="none" dirty="0" err="1">
                <a:solidFill>
                  <a:schemeClr val="lt1"/>
                </a:solidFill>
                <a:latin typeface="Arial"/>
                <a:ea typeface="Arial"/>
                <a:cs typeface="Arial"/>
                <a:sym typeface="Arial"/>
              </a:rPr>
              <a:t>PyTorchCon</a:t>
            </a:r>
            <a:endParaRPr sz="1600" b="0" i="0" u="none" strike="noStrike" cap="none" dirty="0">
              <a:solidFill>
                <a:schemeClr val="lt1"/>
              </a:solidFill>
              <a:latin typeface="Arial"/>
              <a:ea typeface="Arial"/>
              <a:cs typeface="Arial"/>
              <a:sym typeface="Arial"/>
            </a:endParaRPr>
          </a:p>
        </p:txBody>
      </p:sp>
      <p:pic>
        <p:nvPicPr>
          <p:cNvPr id="4" name="Graphic 3">
            <a:extLst>
              <a:ext uri="{FF2B5EF4-FFF2-40B4-BE49-F238E27FC236}">
                <a16:creationId xmlns:a16="http://schemas.microsoft.com/office/drawing/2014/main" id="{626DCC9B-2A07-45D4-4017-DC6D4710845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14952" y="239316"/>
            <a:ext cx="5688679" cy="930391"/>
          </a:xfrm>
          <a:prstGeom prst="rect">
            <a:avLst/>
          </a:prstGeom>
        </p:spPr>
      </p:pic>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conference_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083E4F"/>
        </a:solidFill>
        <a:effectLst/>
      </p:bgPr>
    </p:bg>
    <p:spTree>
      <p:nvGrpSpPr>
        <p:cNvPr id="1" name="Shape 17"/>
        <p:cNvGrpSpPr/>
        <p:nvPr/>
      </p:nvGrpSpPr>
      <p:grpSpPr>
        <a:xfrm>
          <a:off x="0" y="0"/>
          <a:ext cx="0" cy="0"/>
          <a:chOff x="0" y="0"/>
          <a:chExt cx="0" cy="0"/>
        </a:xfrm>
      </p:grpSpPr>
      <p:grpSp>
        <p:nvGrpSpPr>
          <p:cNvPr id="18" name="Google Shape;18;p13"/>
          <p:cNvGrpSpPr/>
          <p:nvPr/>
        </p:nvGrpSpPr>
        <p:grpSpPr>
          <a:xfrm>
            <a:off x="0" y="0"/>
            <a:ext cx="12192000" cy="6861416"/>
            <a:chOff x="0" y="0"/>
            <a:chExt cx="12192000" cy="6861416"/>
          </a:xfrm>
        </p:grpSpPr>
        <p:pic>
          <p:nvPicPr>
            <p:cNvPr id="19" name="Google Shape;19;p13" descr="A green cityscape with a globe&#10;&#10;Description automatically generated"/>
            <p:cNvPicPr preferRelativeResize="0"/>
            <p:nvPr/>
          </p:nvPicPr>
          <p:blipFill rotWithShape="1">
            <a:blip r:embed="rId2">
              <a:alphaModFix/>
            </a:blip>
            <a:srcRect l="7975" r="3180"/>
            <a:stretch/>
          </p:blipFill>
          <p:spPr>
            <a:xfrm>
              <a:off x="0" y="0"/>
              <a:ext cx="12192000" cy="6861416"/>
            </a:xfrm>
            <a:prstGeom prst="rect">
              <a:avLst/>
            </a:prstGeom>
            <a:noFill/>
            <a:ln>
              <a:noFill/>
            </a:ln>
          </p:spPr>
        </p:pic>
        <p:sp>
          <p:nvSpPr>
            <p:cNvPr id="20" name="Google Shape;20;p13"/>
            <p:cNvSpPr/>
            <p:nvPr/>
          </p:nvSpPr>
          <p:spPr>
            <a:xfrm>
              <a:off x="0" y="3375600"/>
              <a:ext cx="1750000" cy="1285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a:p>
          </p:txBody>
        </p:sp>
      </p:grpSp>
      <p:sp>
        <p:nvSpPr>
          <p:cNvPr id="21" name="Google Shape;21;p13"/>
          <p:cNvSpPr txBox="1">
            <a:spLocks noGrp="1"/>
          </p:cNvSpPr>
          <p:nvPr>
            <p:ph type="title"/>
          </p:nvPr>
        </p:nvSpPr>
        <p:spPr>
          <a:xfrm>
            <a:off x="415600" y="2587384"/>
            <a:ext cx="11360800" cy="11224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a:endParaRPr/>
          </a:p>
        </p:txBody>
      </p:sp>
      <p:pic>
        <p:nvPicPr>
          <p:cNvPr id="2" name="Graphic 1">
            <a:extLst>
              <a:ext uri="{FF2B5EF4-FFF2-40B4-BE49-F238E27FC236}">
                <a16:creationId xmlns:a16="http://schemas.microsoft.com/office/drawing/2014/main" id="{FE2330E7-5222-0892-9C8D-9687A11B437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14952" y="239316"/>
            <a:ext cx="5688679" cy="930391"/>
          </a:xfrm>
          <a:prstGeom prst="rect">
            <a:avLst/>
          </a:prstGeom>
        </p:spPr>
      </p:pic>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conference_slideLayout3.xml><?xml version="1.0" encoding="utf-8"?>
<p:sldLayout xmlns:a="http://schemas.openxmlformats.org/drawingml/2006/main" xmlns:r="http://schemas.openxmlformats.org/officeDocument/2006/relationships" xmlns:p="http://schemas.openxmlformats.org/presentationml/2006/main" matchingName="Section header">
  <p:cSld name="1_Section header">
    <p:bg>
      <p:bgPr>
        <a:solidFill>
          <a:srgbClr val="083E4F"/>
        </a:solidFill>
        <a:effectLst/>
      </p:bgPr>
    </p:bg>
    <p:spTree>
      <p:nvGrpSpPr>
        <p:cNvPr id="1" name="Shape 23"/>
        <p:cNvGrpSpPr/>
        <p:nvPr/>
      </p:nvGrpSpPr>
      <p:grpSpPr>
        <a:xfrm>
          <a:off x="0" y="0"/>
          <a:ext cx="0" cy="0"/>
          <a:chOff x="0" y="0"/>
          <a:chExt cx="0" cy="0"/>
        </a:xfrm>
      </p:grpSpPr>
      <p:sp>
        <p:nvSpPr>
          <p:cNvPr id="24" name="Google Shape;24;p14"/>
          <p:cNvSpPr txBox="1">
            <a:spLocks noGrp="1"/>
          </p:cNvSpPr>
          <p:nvPr>
            <p:ph type="title"/>
          </p:nvPr>
        </p:nvSpPr>
        <p:spPr>
          <a:xfrm>
            <a:off x="415600" y="2587384"/>
            <a:ext cx="11360800" cy="11224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a:endParaRPr/>
          </a:p>
        </p:txBody>
      </p:sp>
      <p:grpSp>
        <p:nvGrpSpPr>
          <p:cNvPr id="26" name="Google Shape;26;p14"/>
          <p:cNvGrpSpPr/>
          <p:nvPr/>
        </p:nvGrpSpPr>
        <p:grpSpPr>
          <a:xfrm>
            <a:off x="0" y="3998132"/>
            <a:ext cx="12192000" cy="2859868"/>
            <a:chOff x="133979" y="4029559"/>
            <a:chExt cx="12058021" cy="2828441"/>
          </a:xfrm>
        </p:grpSpPr>
        <p:pic>
          <p:nvPicPr>
            <p:cNvPr id="27" name="Google Shape;27;p14"/>
            <p:cNvPicPr preferRelativeResize="0"/>
            <p:nvPr/>
          </p:nvPicPr>
          <p:blipFill rotWithShape="1">
            <a:blip r:embed="rId2">
              <a:alphaModFix/>
            </a:blip>
            <a:srcRect r="14460"/>
            <a:stretch/>
          </p:blipFill>
          <p:spPr>
            <a:xfrm>
              <a:off x="3714663" y="4029559"/>
              <a:ext cx="8477337" cy="2828441"/>
            </a:xfrm>
            <a:prstGeom prst="rect">
              <a:avLst/>
            </a:prstGeom>
            <a:noFill/>
            <a:ln>
              <a:noFill/>
            </a:ln>
          </p:spPr>
        </p:pic>
        <p:pic>
          <p:nvPicPr>
            <p:cNvPr id="28" name="Google Shape;28;p14"/>
            <p:cNvPicPr preferRelativeResize="0"/>
            <p:nvPr/>
          </p:nvPicPr>
          <p:blipFill rotWithShape="1">
            <a:blip r:embed="rId3">
              <a:alphaModFix/>
            </a:blip>
            <a:srcRect l="64144"/>
            <a:stretch/>
          </p:blipFill>
          <p:spPr>
            <a:xfrm>
              <a:off x="133979" y="5443779"/>
              <a:ext cx="3580685" cy="1414221"/>
            </a:xfrm>
            <a:prstGeom prst="rect">
              <a:avLst/>
            </a:prstGeom>
            <a:noFill/>
            <a:ln>
              <a:noFill/>
            </a:ln>
          </p:spPr>
        </p:pic>
      </p:grpSp>
      <p:pic>
        <p:nvPicPr>
          <p:cNvPr id="2" name="Graphic 1">
            <a:extLst>
              <a:ext uri="{FF2B5EF4-FFF2-40B4-BE49-F238E27FC236}">
                <a16:creationId xmlns:a16="http://schemas.microsoft.com/office/drawing/2014/main" id="{53859CBE-6B18-D927-EE94-D8A879AB2F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14952" y="239316"/>
            <a:ext cx="5688679" cy="930391"/>
          </a:xfrm>
          <a:prstGeom prst="rect">
            <a:avLst/>
          </a:prstGeom>
        </p:spPr>
      </p:pic>
    </p:spTree>
  </p:cSld>
  <p:clrMapOvr>
    <a:masterClrMapping/>
  </p:clrMapOvr>
</p:sldLayout>
</file>

<file path=ppt/slideLayouts/conference_slideLayout4.xml><?xml version="1.0" encoding="utf-8"?>
<p:sldLayout xmlns:a="http://schemas.openxmlformats.org/drawingml/2006/main" xmlns:r="http://schemas.openxmlformats.org/officeDocument/2006/relationships" xmlns:p="http://schemas.openxmlformats.org/presentationml/2006/main" matchingName="Section header">
  <p:cSld name="1_Section header 2">
    <p:bg>
      <p:bgPr>
        <a:solidFill>
          <a:srgbClr val="083E4F"/>
        </a:solidFill>
        <a:effectLst/>
      </p:bgPr>
    </p:bg>
    <p:spTree>
      <p:nvGrpSpPr>
        <p:cNvPr id="1" name="Shape 29"/>
        <p:cNvGrpSpPr/>
        <p:nvPr/>
      </p:nvGrpSpPr>
      <p:grpSpPr>
        <a:xfrm>
          <a:off x="0" y="0"/>
          <a:ext cx="0" cy="0"/>
          <a:chOff x="0" y="0"/>
          <a:chExt cx="0" cy="0"/>
        </a:xfrm>
      </p:grpSpPr>
      <p:sp>
        <p:nvSpPr>
          <p:cNvPr id="30" name="Google Shape;30;p15"/>
          <p:cNvSpPr txBox="1">
            <a:spLocks noGrp="1"/>
          </p:cNvSpPr>
          <p:nvPr>
            <p:ph type="ctrTitle"/>
          </p:nvPr>
        </p:nvSpPr>
        <p:spPr>
          <a:xfrm>
            <a:off x="531069" y="1831156"/>
            <a:ext cx="10680268" cy="2699251"/>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400"/>
              <a:buNone/>
              <a:defRPr sz="6400">
                <a:solidFill>
                  <a:schemeClr val="lt1"/>
                </a:solidFill>
              </a:defRPr>
            </a:lvl1pPr>
            <a:lvl2pPr lvl="1" algn="ctr">
              <a:lnSpc>
                <a:spcPct val="100000"/>
              </a:lnSpc>
              <a:spcBef>
                <a:spcPts val="0"/>
              </a:spcBef>
              <a:spcAft>
                <a:spcPts val="0"/>
              </a:spcAft>
              <a:buClr>
                <a:schemeClr val="lt1"/>
              </a:buClr>
              <a:buSzPts val="6400"/>
              <a:buNone/>
              <a:defRPr sz="6400">
                <a:solidFill>
                  <a:schemeClr val="lt1"/>
                </a:solidFill>
              </a:defRPr>
            </a:lvl2pPr>
            <a:lvl3pPr lvl="2" algn="ctr">
              <a:lnSpc>
                <a:spcPct val="100000"/>
              </a:lnSpc>
              <a:spcBef>
                <a:spcPts val="0"/>
              </a:spcBef>
              <a:spcAft>
                <a:spcPts val="0"/>
              </a:spcAft>
              <a:buClr>
                <a:schemeClr val="lt1"/>
              </a:buClr>
              <a:buSzPts val="6400"/>
              <a:buNone/>
              <a:defRPr sz="6400">
                <a:solidFill>
                  <a:schemeClr val="lt1"/>
                </a:solidFill>
              </a:defRPr>
            </a:lvl3pPr>
            <a:lvl4pPr lvl="3" algn="ctr">
              <a:lnSpc>
                <a:spcPct val="100000"/>
              </a:lnSpc>
              <a:spcBef>
                <a:spcPts val="0"/>
              </a:spcBef>
              <a:spcAft>
                <a:spcPts val="0"/>
              </a:spcAft>
              <a:buClr>
                <a:schemeClr val="lt1"/>
              </a:buClr>
              <a:buSzPts val="6400"/>
              <a:buNone/>
              <a:defRPr sz="6400">
                <a:solidFill>
                  <a:schemeClr val="lt1"/>
                </a:solidFill>
              </a:defRPr>
            </a:lvl4pPr>
            <a:lvl5pPr lvl="4" algn="ctr">
              <a:lnSpc>
                <a:spcPct val="100000"/>
              </a:lnSpc>
              <a:spcBef>
                <a:spcPts val="0"/>
              </a:spcBef>
              <a:spcAft>
                <a:spcPts val="0"/>
              </a:spcAft>
              <a:buClr>
                <a:schemeClr val="lt1"/>
              </a:buClr>
              <a:buSzPts val="6400"/>
              <a:buNone/>
              <a:defRPr sz="6400">
                <a:solidFill>
                  <a:schemeClr val="lt1"/>
                </a:solidFill>
              </a:defRPr>
            </a:lvl5pPr>
            <a:lvl6pPr lvl="5" algn="ctr">
              <a:lnSpc>
                <a:spcPct val="100000"/>
              </a:lnSpc>
              <a:spcBef>
                <a:spcPts val="0"/>
              </a:spcBef>
              <a:spcAft>
                <a:spcPts val="0"/>
              </a:spcAft>
              <a:buClr>
                <a:schemeClr val="lt1"/>
              </a:buClr>
              <a:buSzPts val="6400"/>
              <a:buNone/>
              <a:defRPr sz="6400">
                <a:solidFill>
                  <a:schemeClr val="lt1"/>
                </a:solidFill>
              </a:defRPr>
            </a:lvl6pPr>
            <a:lvl7pPr lvl="6" algn="ctr">
              <a:lnSpc>
                <a:spcPct val="100000"/>
              </a:lnSpc>
              <a:spcBef>
                <a:spcPts val="0"/>
              </a:spcBef>
              <a:spcAft>
                <a:spcPts val="0"/>
              </a:spcAft>
              <a:buClr>
                <a:schemeClr val="lt1"/>
              </a:buClr>
              <a:buSzPts val="6400"/>
              <a:buNone/>
              <a:defRPr sz="6400">
                <a:solidFill>
                  <a:schemeClr val="lt1"/>
                </a:solidFill>
              </a:defRPr>
            </a:lvl7pPr>
            <a:lvl8pPr lvl="7" algn="ctr">
              <a:lnSpc>
                <a:spcPct val="100000"/>
              </a:lnSpc>
              <a:spcBef>
                <a:spcPts val="0"/>
              </a:spcBef>
              <a:spcAft>
                <a:spcPts val="0"/>
              </a:spcAft>
              <a:buClr>
                <a:schemeClr val="lt1"/>
              </a:buClr>
              <a:buSzPts val="6400"/>
              <a:buNone/>
              <a:defRPr sz="6400">
                <a:solidFill>
                  <a:schemeClr val="lt1"/>
                </a:solidFill>
              </a:defRPr>
            </a:lvl8pPr>
            <a:lvl9pPr lvl="8" algn="ctr">
              <a:lnSpc>
                <a:spcPct val="100000"/>
              </a:lnSpc>
              <a:spcBef>
                <a:spcPts val="0"/>
              </a:spcBef>
              <a:spcAft>
                <a:spcPts val="0"/>
              </a:spcAft>
              <a:buClr>
                <a:schemeClr val="lt1"/>
              </a:buClr>
              <a:buSzPts val="6400"/>
              <a:buNone/>
              <a:defRPr sz="6400">
                <a:solidFill>
                  <a:schemeClr val="lt1"/>
                </a:solidFill>
              </a:defRPr>
            </a:lvl9pPr>
          </a:lstStyle>
          <a:p>
            <a:endParaRPr/>
          </a:p>
        </p:txBody>
      </p:sp>
      <p:sp>
        <p:nvSpPr>
          <p:cNvPr id="31" name="Google Shape;31;p15"/>
          <p:cNvSpPr txBox="1">
            <a:spLocks noGrp="1"/>
          </p:cNvSpPr>
          <p:nvPr>
            <p:ph type="subTitle" idx="1"/>
          </p:nvPr>
        </p:nvSpPr>
        <p:spPr>
          <a:xfrm>
            <a:off x="531068" y="4530407"/>
            <a:ext cx="10680268" cy="893572"/>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3733"/>
              <a:buNone/>
              <a:defRPr sz="3733" b="1">
                <a:solidFill>
                  <a:schemeClr val="lt1"/>
                </a:solidFill>
              </a:defRPr>
            </a:lvl1pPr>
            <a:lvl2pPr lvl="1" algn="ctr">
              <a:lnSpc>
                <a:spcPct val="100000"/>
              </a:lnSpc>
              <a:spcBef>
                <a:spcPts val="0"/>
              </a:spcBef>
              <a:spcAft>
                <a:spcPts val="0"/>
              </a:spcAft>
              <a:buClr>
                <a:schemeClr val="lt1"/>
              </a:buClr>
              <a:buSzPts val="3733"/>
              <a:buNone/>
              <a:defRPr sz="3733">
                <a:solidFill>
                  <a:schemeClr val="lt1"/>
                </a:solidFill>
              </a:defRPr>
            </a:lvl2pPr>
            <a:lvl3pPr lvl="2" algn="ctr">
              <a:lnSpc>
                <a:spcPct val="100000"/>
              </a:lnSpc>
              <a:spcBef>
                <a:spcPts val="0"/>
              </a:spcBef>
              <a:spcAft>
                <a:spcPts val="0"/>
              </a:spcAft>
              <a:buClr>
                <a:schemeClr val="lt1"/>
              </a:buClr>
              <a:buSzPts val="3733"/>
              <a:buNone/>
              <a:defRPr sz="3733">
                <a:solidFill>
                  <a:schemeClr val="lt1"/>
                </a:solidFill>
              </a:defRPr>
            </a:lvl3pPr>
            <a:lvl4pPr lvl="3" algn="ctr">
              <a:lnSpc>
                <a:spcPct val="100000"/>
              </a:lnSpc>
              <a:spcBef>
                <a:spcPts val="0"/>
              </a:spcBef>
              <a:spcAft>
                <a:spcPts val="0"/>
              </a:spcAft>
              <a:buClr>
                <a:schemeClr val="lt1"/>
              </a:buClr>
              <a:buSzPts val="3733"/>
              <a:buNone/>
              <a:defRPr sz="3733">
                <a:solidFill>
                  <a:schemeClr val="lt1"/>
                </a:solidFill>
              </a:defRPr>
            </a:lvl4pPr>
            <a:lvl5pPr lvl="4" algn="ctr">
              <a:lnSpc>
                <a:spcPct val="100000"/>
              </a:lnSpc>
              <a:spcBef>
                <a:spcPts val="0"/>
              </a:spcBef>
              <a:spcAft>
                <a:spcPts val="0"/>
              </a:spcAft>
              <a:buClr>
                <a:schemeClr val="lt1"/>
              </a:buClr>
              <a:buSzPts val="3733"/>
              <a:buNone/>
              <a:defRPr sz="3733">
                <a:solidFill>
                  <a:schemeClr val="lt1"/>
                </a:solidFill>
              </a:defRPr>
            </a:lvl5pPr>
            <a:lvl6pPr lvl="5" algn="ctr">
              <a:lnSpc>
                <a:spcPct val="100000"/>
              </a:lnSpc>
              <a:spcBef>
                <a:spcPts val="0"/>
              </a:spcBef>
              <a:spcAft>
                <a:spcPts val="0"/>
              </a:spcAft>
              <a:buClr>
                <a:schemeClr val="lt1"/>
              </a:buClr>
              <a:buSzPts val="3733"/>
              <a:buNone/>
              <a:defRPr sz="3733">
                <a:solidFill>
                  <a:schemeClr val="lt1"/>
                </a:solidFill>
              </a:defRPr>
            </a:lvl6pPr>
            <a:lvl7pPr lvl="6" algn="ctr">
              <a:lnSpc>
                <a:spcPct val="100000"/>
              </a:lnSpc>
              <a:spcBef>
                <a:spcPts val="0"/>
              </a:spcBef>
              <a:spcAft>
                <a:spcPts val="0"/>
              </a:spcAft>
              <a:buClr>
                <a:schemeClr val="lt1"/>
              </a:buClr>
              <a:buSzPts val="3733"/>
              <a:buNone/>
              <a:defRPr sz="3733">
                <a:solidFill>
                  <a:schemeClr val="lt1"/>
                </a:solidFill>
              </a:defRPr>
            </a:lvl7pPr>
            <a:lvl8pPr lvl="7" algn="ctr">
              <a:lnSpc>
                <a:spcPct val="100000"/>
              </a:lnSpc>
              <a:spcBef>
                <a:spcPts val="0"/>
              </a:spcBef>
              <a:spcAft>
                <a:spcPts val="0"/>
              </a:spcAft>
              <a:buClr>
                <a:schemeClr val="lt1"/>
              </a:buClr>
              <a:buSzPts val="3733"/>
              <a:buNone/>
              <a:defRPr sz="3733">
                <a:solidFill>
                  <a:schemeClr val="lt1"/>
                </a:solidFill>
              </a:defRPr>
            </a:lvl8pPr>
            <a:lvl9pPr lvl="8" algn="ctr">
              <a:lnSpc>
                <a:spcPct val="100000"/>
              </a:lnSpc>
              <a:spcBef>
                <a:spcPts val="0"/>
              </a:spcBef>
              <a:spcAft>
                <a:spcPts val="0"/>
              </a:spcAft>
              <a:buClr>
                <a:schemeClr val="lt1"/>
              </a:buClr>
              <a:buSzPts val="3733"/>
              <a:buNone/>
              <a:defRPr sz="3733">
                <a:solidFill>
                  <a:schemeClr val="lt1"/>
                </a:solidFill>
              </a:defRPr>
            </a:lvl9pPr>
          </a:lstStyle>
          <a:p>
            <a:endParaRPr/>
          </a:p>
        </p:txBody>
      </p:sp>
      <p:pic>
        <p:nvPicPr>
          <p:cNvPr id="32" name="Google Shape;32;p15"/>
          <p:cNvPicPr preferRelativeResize="0"/>
          <p:nvPr/>
        </p:nvPicPr>
        <p:blipFill rotWithShape="1">
          <a:blip r:embed="rId2">
            <a:alphaModFix/>
          </a:blip>
          <a:srcRect/>
          <a:stretch/>
        </p:blipFill>
        <p:spPr>
          <a:xfrm>
            <a:off x="6721097" y="604044"/>
            <a:ext cx="3454400" cy="1574800"/>
          </a:xfrm>
          <a:prstGeom prst="rect">
            <a:avLst/>
          </a:prstGeom>
          <a:noFill/>
          <a:ln>
            <a:noFill/>
          </a:ln>
        </p:spPr>
      </p:pic>
      <p:pic>
        <p:nvPicPr>
          <p:cNvPr id="33" name="Google Shape;33;p15"/>
          <p:cNvPicPr preferRelativeResize="0"/>
          <p:nvPr/>
        </p:nvPicPr>
        <p:blipFill rotWithShape="1">
          <a:blip r:embed="rId2">
            <a:alphaModFix/>
          </a:blip>
          <a:srcRect l="41002" b="9974"/>
          <a:stretch/>
        </p:blipFill>
        <p:spPr>
          <a:xfrm>
            <a:off x="-1" y="5440279"/>
            <a:ext cx="2038047" cy="1417721"/>
          </a:xfrm>
          <a:prstGeom prst="rect">
            <a:avLst/>
          </a:prstGeom>
          <a:noFill/>
          <a:ln>
            <a:noFill/>
          </a:ln>
        </p:spPr>
      </p:pic>
      <p:pic>
        <p:nvPicPr>
          <p:cNvPr id="35" name="Google Shape;35;p15"/>
          <p:cNvPicPr preferRelativeResize="0"/>
          <p:nvPr/>
        </p:nvPicPr>
        <p:blipFill rotWithShape="1">
          <a:blip r:embed="rId3">
            <a:alphaModFix/>
          </a:blip>
          <a:srcRect t="40037" r="35395" b="24793"/>
          <a:stretch/>
        </p:blipFill>
        <p:spPr>
          <a:xfrm>
            <a:off x="7853935" y="-1"/>
            <a:ext cx="4338067" cy="6858001"/>
          </a:xfrm>
          <a:prstGeom prst="rect">
            <a:avLst/>
          </a:prstGeom>
          <a:noFill/>
          <a:ln>
            <a:noFill/>
          </a:ln>
        </p:spPr>
      </p:pic>
      <p:pic>
        <p:nvPicPr>
          <p:cNvPr id="2" name="Graphic 1">
            <a:extLst>
              <a:ext uri="{FF2B5EF4-FFF2-40B4-BE49-F238E27FC236}">
                <a16:creationId xmlns:a16="http://schemas.microsoft.com/office/drawing/2014/main" id="{D0016DEC-A700-C8D3-8ED7-2F40D152C3D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14952" y="239316"/>
            <a:ext cx="5688679" cy="930391"/>
          </a:xfrm>
          <a:prstGeom prst="rect">
            <a:avLst/>
          </a:prstGeom>
        </p:spPr>
      </p:pic>
    </p:spTree>
  </p:cSld>
  <p:clrMapOvr>
    <a:masterClrMapping/>
  </p:clrMapOvr>
</p:sldLayout>
</file>

<file path=ppt/slideLayouts/conference_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36"/>
        <p:cNvGrpSpPr/>
        <p:nvPr/>
      </p:nvGrpSpPr>
      <p:grpSpPr>
        <a:xfrm>
          <a:off x="0" y="0"/>
          <a:ext cx="0" cy="0"/>
          <a:chOff x="0" y="0"/>
          <a:chExt cx="0" cy="0"/>
        </a:xfrm>
      </p:grpSpPr>
      <p:sp>
        <p:nvSpPr>
          <p:cNvPr id="37" name="Google Shape;37;p16"/>
          <p:cNvSpPr txBox="1">
            <a:spLocks noGrp="1"/>
          </p:cNvSpPr>
          <p:nvPr>
            <p:ph type="title"/>
          </p:nvPr>
        </p:nvSpPr>
        <p:spPr>
          <a:xfrm>
            <a:off x="415600" y="593367"/>
            <a:ext cx="11360800" cy="7636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3733"/>
              <a:buNone/>
              <a:defRPr>
                <a:solidFill>
                  <a:srgbClr val="083E4F"/>
                </a:solidFill>
              </a:defRPr>
            </a:lvl1pPr>
            <a:lvl2pPr lvl="1" algn="l">
              <a:lnSpc>
                <a:spcPct val="100000"/>
              </a:lnSpc>
              <a:spcBef>
                <a:spcPts val="0"/>
              </a:spcBef>
              <a:spcAft>
                <a:spcPts val="0"/>
              </a:spcAft>
              <a:buSzPts val="3733"/>
              <a:buNone/>
              <a:defRPr/>
            </a:lvl2pPr>
            <a:lvl3pPr lvl="2" algn="l">
              <a:lnSpc>
                <a:spcPct val="100000"/>
              </a:lnSpc>
              <a:spcBef>
                <a:spcPts val="0"/>
              </a:spcBef>
              <a:spcAft>
                <a:spcPts val="0"/>
              </a:spcAft>
              <a:buSzPts val="3733"/>
              <a:buNone/>
              <a:defRPr/>
            </a:lvl3pPr>
            <a:lvl4pPr lvl="3" algn="l">
              <a:lnSpc>
                <a:spcPct val="100000"/>
              </a:lnSpc>
              <a:spcBef>
                <a:spcPts val="0"/>
              </a:spcBef>
              <a:spcAft>
                <a:spcPts val="0"/>
              </a:spcAft>
              <a:buSzPts val="3733"/>
              <a:buNone/>
              <a:defRPr/>
            </a:lvl4pPr>
            <a:lvl5pPr lvl="4" algn="l">
              <a:lnSpc>
                <a:spcPct val="100000"/>
              </a:lnSpc>
              <a:spcBef>
                <a:spcPts val="0"/>
              </a:spcBef>
              <a:spcAft>
                <a:spcPts val="0"/>
              </a:spcAft>
              <a:buSzPts val="3733"/>
              <a:buNone/>
              <a:defRPr/>
            </a:lvl5pPr>
            <a:lvl6pPr lvl="5" algn="l">
              <a:lnSpc>
                <a:spcPct val="100000"/>
              </a:lnSpc>
              <a:spcBef>
                <a:spcPts val="0"/>
              </a:spcBef>
              <a:spcAft>
                <a:spcPts val="0"/>
              </a:spcAft>
              <a:buSzPts val="3733"/>
              <a:buNone/>
              <a:defRPr/>
            </a:lvl6pPr>
            <a:lvl7pPr lvl="6" algn="l">
              <a:lnSpc>
                <a:spcPct val="100000"/>
              </a:lnSpc>
              <a:spcBef>
                <a:spcPts val="0"/>
              </a:spcBef>
              <a:spcAft>
                <a:spcPts val="0"/>
              </a:spcAft>
              <a:buSzPts val="3733"/>
              <a:buNone/>
              <a:defRPr/>
            </a:lvl7pPr>
            <a:lvl8pPr lvl="7" algn="l">
              <a:lnSpc>
                <a:spcPct val="100000"/>
              </a:lnSpc>
              <a:spcBef>
                <a:spcPts val="0"/>
              </a:spcBef>
              <a:spcAft>
                <a:spcPts val="0"/>
              </a:spcAft>
              <a:buSzPts val="3733"/>
              <a:buNone/>
              <a:defRPr/>
            </a:lvl8pPr>
            <a:lvl9pPr lvl="8" algn="l">
              <a:lnSpc>
                <a:spcPct val="100000"/>
              </a:lnSpc>
              <a:spcBef>
                <a:spcPts val="0"/>
              </a:spcBef>
              <a:spcAft>
                <a:spcPts val="0"/>
              </a:spcAft>
              <a:buSzPts val="3733"/>
              <a:buNone/>
              <a:defRPr/>
            </a:lvl9pPr>
          </a:lstStyle>
          <a:p>
            <a:endParaRPr/>
          </a:p>
        </p:txBody>
      </p:sp>
      <p:sp>
        <p:nvSpPr>
          <p:cNvPr id="38" name="Google Shape;38;p16"/>
          <p:cNvSpPr txBox="1">
            <a:spLocks noGrp="1"/>
          </p:cNvSpPr>
          <p:nvPr>
            <p:ph type="body" idx="1"/>
          </p:nvPr>
        </p:nvSpPr>
        <p:spPr>
          <a:xfrm>
            <a:off x="415600" y="1536633"/>
            <a:ext cx="11360800" cy="4423200"/>
          </a:xfrm>
          <a:prstGeom prst="rect">
            <a:avLst/>
          </a:prstGeom>
          <a:noFill/>
          <a:ln>
            <a:noFill/>
          </a:ln>
        </p:spPr>
        <p:txBody>
          <a:bodyPr spcFirstLastPara="1" wrap="square" lIns="0" tIns="0" rIns="0" bIns="0" anchor="t" anchorCtr="0">
            <a:noAutofit/>
          </a:bodyPr>
          <a:lstStyle>
            <a:lvl1pPr marL="609600" lvl="0" indent="-457200" algn="l">
              <a:lnSpc>
                <a:spcPct val="115000"/>
              </a:lnSpc>
              <a:spcBef>
                <a:spcPts val="0"/>
              </a:spcBef>
              <a:spcAft>
                <a:spcPts val="0"/>
              </a:spcAft>
              <a:buSzPts val="2400"/>
              <a:buChar char="●"/>
              <a:defRPr sz="1600"/>
            </a:lvl1pPr>
            <a:lvl2pPr marL="1219200" lvl="1" indent="-423333" algn="l">
              <a:lnSpc>
                <a:spcPct val="115000"/>
              </a:lnSpc>
              <a:spcBef>
                <a:spcPts val="0"/>
              </a:spcBef>
              <a:spcAft>
                <a:spcPts val="0"/>
              </a:spcAft>
              <a:buSzPts val="1867"/>
              <a:buChar char="○"/>
              <a:defRPr/>
            </a:lvl2pPr>
            <a:lvl3pPr marL="1828800" lvl="2" indent="-423333" algn="l">
              <a:lnSpc>
                <a:spcPct val="115000"/>
              </a:lnSpc>
              <a:spcBef>
                <a:spcPts val="0"/>
              </a:spcBef>
              <a:spcAft>
                <a:spcPts val="0"/>
              </a:spcAft>
              <a:buSzPts val="1867"/>
              <a:buChar char="■"/>
              <a:defRPr/>
            </a:lvl3pPr>
            <a:lvl4pPr marL="2438400" lvl="3" indent="-423333" algn="l">
              <a:lnSpc>
                <a:spcPct val="115000"/>
              </a:lnSpc>
              <a:spcBef>
                <a:spcPts val="0"/>
              </a:spcBef>
              <a:spcAft>
                <a:spcPts val="0"/>
              </a:spcAft>
              <a:buSzPts val="1867"/>
              <a:buChar char="●"/>
              <a:defRPr/>
            </a:lvl4pPr>
            <a:lvl5pPr marL="3048000" lvl="4" indent="-423333" algn="l">
              <a:lnSpc>
                <a:spcPct val="115000"/>
              </a:lnSpc>
              <a:spcBef>
                <a:spcPts val="0"/>
              </a:spcBef>
              <a:spcAft>
                <a:spcPts val="0"/>
              </a:spcAft>
              <a:buSzPts val="1867"/>
              <a:buChar char="○"/>
              <a:defRPr/>
            </a:lvl5pPr>
            <a:lvl6pPr marL="3657600" lvl="5" indent="-423333" algn="l">
              <a:lnSpc>
                <a:spcPct val="115000"/>
              </a:lnSpc>
              <a:spcBef>
                <a:spcPts val="0"/>
              </a:spcBef>
              <a:spcAft>
                <a:spcPts val="0"/>
              </a:spcAft>
              <a:buSzPts val="1867"/>
              <a:buChar char="■"/>
              <a:defRPr/>
            </a:lvl6pPr>
            <a:lvl7pPr marL="4267200" lvl="6" indent="-423333" algn="l">
              <a:lnSpc>
                <a:spcPct val="115000"/>
              </a:lnSpc>
              <a:spcBef>
                <a:spcPts val="0"/>
              </a:spcBef>
              <a:spcAft>
                <a:spcPts val="0"/>
              </a:spcAft>
              <a:buSzPts val="1867"/>
              <a:buChar char="●"/>
              <a:defRPr/>
            </a:lvl7pPr>
            <a:lvl8pPr marL="4876800" lvl="7" indent="-423333" algn="l">
              <a:lnSpc>
                <a:spcPct val="115000"/>
              </a:lnSpc>
              <a:spcBef>
                <a:spcPts val="0"/>
              </a:spcBef>
              <a:spcAft>
                <a:spcPts val="0"/>
              </a:spcAft>
              <a:buSzPts val="1867"/>
              <a:buChar char="○"/>
              <a:defRPr/>
            </a:lvl8pPr>
            <a:lvl9pPr marL="5486400" lvl="8" indent="-423333" algn="l">
              <a:lnSpc>
                <a:spcPct val="115000"/>
              </a:lnSpc>
              <a:spcBef>
                <a:spcPts val="0"/>
              </a:spcBef>
              <a:spcAft>
                <a:spcPts val="0"/>
              </a:spcAft>
              <a:buSzPts val="1867"/>
              <a:buChar char="■"/>
              <a:defRPr/>
            </a:lvl9pPr>
          </a:lstStyle>
          <a:p>
            <a:endParaRPr/>
          </a:p>
        </p:txBody>
      </p:sp>
      <p:sp>
        <p:nvSpPr>
          <p:cNvPr id="39" name="Google Shape;39;p16"/>
          <p:cNvSpPr txBox="1">
            <a:spLocks noGrp="1"/>
          </p:cNvSpPr>
          <p:nvPr>
            <p:ph type="sldNum" idx="12"/>
          </p:nvPr>
        </p:nvSpPr>
        <p:spPr>
          <a:xfrm>
            <a:off x="11044800" y="6217623"/>
            <a:ext cx="731600" cy="5248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4" name="Graphic 3">
            <a:extLst>
              <a:ext uri="{FF2B5EF4-FFF2-40B4-BE49-F238E27FC236}">
                <a16:creationId xmlns:a16="http://schemas.microsoft.com/office/drawing/2014/main" id="{6854D43B-6AB1-147E-1BEF-3B7B8CA55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5600" y="6150532"/>
            <a:ext cx="3097508" cy="506601"/>
          </a:xfrm>
          <a:prstGeom prst="rect">
            <a:avLst/>
          </a:prstGeom>
        </p:spPr>
      </p:pic>
    </p:spTree>
  </p:cSld>
  <p:clrMapOvr>
    <a:masterClrMapping/>
  </p:clrMapOvr>
</p:sldLayout>
</file>

<file path=ppt/slideLayouts/conference_slideLayout6.xml><?xml version="1.0" encoding="utf-8"?>
<p:sldLayout xmlns:a="http://schemas.openxmlformats.org/drawingml/2006/main" xmlns:r="http://schemas.openxmlformats.org/officeDocument/2006/relationships" xmlns:p="http://schemas.openxmlformats.org/presentationml/2006/main" matchingName="Title and body">
  <p:cSld name="1_Title and body">
    <p:bg>
      <p:bgPr>
        <a:solidFill>
          <a:schemeClr val="lt1"/>
        </a:solidFill>
        <a:effectLst/>
      </p:bgPr>
    </p:bg>
    <p:spTree>
      <p:nvGrpSpPr>
        <p:cNvPr id="1" name="Shape 41"/>
        <p:cNvGrpSpPr/>
        <p:nvPr/>
      </p:nvGrpSpPr>
      <p:grpSpPr>
        <a:xfrm>
          <a:off x="0" y="0"/>
          <a:ext cx="0" cy="0"/>
          <a:chOff x="0" y="0"/>
          <a:chExt cx="0" cy="0"/>
        </a:xfrm>
      </p:grpSpPr>
      <p:sp>
        <p:nvSpPr>
          <p:cNvPr id="42" name="Google Shape;42;p17"/>
          <p:cNvSpPr/>
          <p:nvPr/>
        </p:nvSpPr>
        <p:spPr>
          <a:xfrm>
            <a:off x="9467" y="7500"/>
            <a:ext cx="12182533" cy="1397200"/>
          </a:xfrm>
          <a:prstGeom prst="rect">
            <a:avLst/>
          </a:prstGeom>
          <a:solidFill>
            <a:srgbClr val="083E4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Arial"/>
              <a:ea typeface="Arial"/>
              <a:cs typeface="Arial"/>
              <a:sym typeface="Arial"/>
            </a:endParaRPr>
          </a:p>
        </p:txBody>
      </p:sp>
      <p:sp>
        <p:nvSpPr>
          <p:cNvPr id="43" name="Google Shape;43;p17"/>
          <p:cNvSpPr txBox="1">
            <a:spLocks noGrp="1"/>
          </p:cNvSpPr>
          <p:nvPr>
            <p:ph type="title"/>
          </p:nvPr>
        </p:nvSpPr>
        <p:spPr>
          <a:xfrm>
            <a:off x="415601" y="0"/>
            <a:ext cx="6869864" cy="13972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3733"/>
              <a:buNone/>
              <a:defRPr>
                <a:solidFill>
                  <a:schemeClr val="lt1"/>
                </a:solidFill>
              </a:defRPr>
            </a:lvl1pPr>
            <a:lvl2pPr lvl="1" algn="l">
              <a:lnSpc>
                <a:spcPct val="100000"/>
              </a:lnSpc>
              <a:spcBef>
                <a:spcPts val="0"/>
              </a:spcBef>
              <a:spcAft>
                <a:spcPts val="0"/>
              </a:spcAft>
              <a:buSzPts val="3733"/>
              <a:buNone/>
              <a:defRPr/>
            </a:lvl2pPr>
            <a:lvl3pPr lvl="2" algn="l">
              <a:lnSpc>
                <a:spcPct val="100000"/>
              </a:lnSpc>
              <a:spcBef>
                <a:spcPts val="0"/>
              </a:spcBef>
              <a:spcAft>
                <a:spcPts val="0"/>
              </a:spcAft>
              <a:buSzPts val="3733"/>
              <a:buNone/>
              <a:defRPr/>
            </a:lvl3pPr>
            <a:lvl4pPr lvl="3" algn="l">
              <a:lnSpc>
                <a:spcPct val="100000"/>
              </a:lnSpc>
              <a:spcBef>
                <a:spcPts val="0"/>
              </a:spcBef>
              <a:spcAft>
                <a:spcPts val="0"/>
              </a:spcAft>
              <a:buSzPts val="3733"/>
              <a:buNone/>
              <a:defRPr/>
            </a:lvl4pPr>
            <a:lvl5pPr lvl="4" algn="l">
              <a:lnSpc>
                <a:spcPct val="100000"/>
              </a:lnSpc>
              <a:spcBef>
                <a:spcPts val="0"/>
              </a:spcBef>
              <a:spcAft>
                <a:spcPts val="0"/>
              </a:spcAft>
              <a:buSzPts val="3733"/>
              <a:buNone/>
              <a:defRPr/>
            </a:lvl5pPr>
            <a:lvl6pPr lvl="5" algn="l">
              <a:lnSpc>
                <a:spcPct val="100000"/>
              </a:lnSpc>
              <a:spcBef>
                <a:spcPts val="0"/>
              </a:spcBef>
              <a:spcAft>
                <a:spcPts val="0"/>
              </a:spcAft>
              <a:buSzPts val="3733"/>
              <a:buNone/>
              <a:defRPr/>
            </a:lvl6pPr>
            <a:lvl7pPr lvl="6" algn="l">
              <a:lnSpc>
                <a:spcPct val="100000"/>
              </a:lnSpc>
              <a:spcBef>
                <a:spcPts val="0"/>
              </a:spcBef>
              <a:spcAft>
                <a:spcPts val="0"/>
              </a:spcAft>
              <a:buSzPts val="3733"/>
              <a:buNone/>
              <a:defRPr/>
            </a:lvl7pPr>
            <a:lvl8pPr lvl="7" algn="l">
              <a:lnSpc>
                <a:spcPct val="100000"/>
              </a:lnSpc>
              <a:spcBef>
                <a:spcPts val="0"/>
              </a:spcBef>
              <a:spcAft>
                <a:spcPts val="0"/>
              </a:spcAft>
              <a:buSzPts val="3733"/>
              <a:buNone/>
              <a:defRPr/>
            </a:lvl8pPr>
            <a:lvl9pPr lvl="8" algn="l">
              <a:lnSpc>
                <a:spcPct val="100000"/>
              </a:lnSpc>
              <a:spcBef>
                <a:spcPts val="0"/>
              </a:spcBef>
              <a:spcAft>
                <a:spcPts val="0"/>
              </a:spcAft>
              <a:buSzPts val="3733"/>
              <a:buNone/>
              <a:defRPr/>
            </a:lvl9pPr>
          </a:lstStyle>
          <a:p>
            <a:endParaRPr dirty="0"/>
          </a:p>
        </p:txBody>
      </p:sp>
      <p:sp>
        <p:nvSpPr>
          <p:cNvPr id="44" name="Google Shape;44;p17"/>
          <p:cNvSpPr txBox="1">
            <a:spLocks noGrp="1"/>
          </p:cNvSpPr>
          <p:nvPr>
            <p:ph type="body" idx="1"/>
          </p:nvPr>
        </p:nvSpPr>
        <p:spPr>
          <a:xfrm>
            <a:off x="415600" y="1536633"/>
            <a:ext cx="11360800" cy="4423200"/>
          </a:xfrm>
          <a:prstGeom prst="rect">
            <a:avLst/>
          </a:prstGeom>
          <a:noFill/>
          <a:ln>
            <a:noFill/>
          </a:ln>
        </p:spPr>
        <p:txBody>
          <a:bodyPr spcFirstLastPara="1" wrap="square" lIns="0" tIns="0" rIns="0" bIns="0" anchor="t" anchorCtr="0">
            <a:noAutofit/>
          </a:bodyPr>
          <a:lstStyle>
            <a:lvl1pPr marL="609600" lvl="0" indent="-457200" algn="l">
              <a:lnSpc>
                <a:spcPct val="115000"/>
              </a:lnSpc>
              <a:spcBef>
                <a:spcPts val="0"/>
              </a:spcBef>
              <a:spcAft>
                <a:spcPts val="0"/>
              </a:spcAft>
              <a:buSzPts val="2400"/>
              <a:buChar char="●"/>
              <a:defRPr sz="1600"/>
            </a:lvl1pPr>
            <a:lvl2pPr marL="1219200" lvl="1" indent="-423333" algn="l">
              <a:lnSpc>
                <a:spcPct val="115000"/>
              </a:lnSpc>
              <a:spcBef>
                <a:spcPts val="0"/>
              </a:spcBef>
              <a:spcAft>
                <a:spcPts val="0"/>
              </a:spcAft>
              <a:buSzPts val="1867"/>
              <a:buChar char="○"/>
              <a:defRPr/>
            </a:lvl2pPr>
            <a:lvl3pPr marL="1828800" lvl="2" indent="-423333" algn="l">
              <a:lnSpc>
                <a:spcPct val="115000"/>
              </a:lnSpc>
              <a:spcBef>
                <a:spcPts val="0"/>
              </a:spcBef>
              <a:spcAft>
                <a:spcPts val="0"/>
              </a:spcAft>
              <a:buSzPts val="1867"/>
              <a:buChar char="■"/>
              <a:defRPr/>
            </a:lvl3pPr>
            <a:lvl4pPr marL="2438400" lvl="3" indent="-423333" algn="l">
              <a:lnSpc>
                <a:spcPct val="115000"/>
              </a:lnSpc>
              <a:spcBef>
                <a:spcPts val="0"/>
              </a:spcBef>
              <a:spcAft>
                <a:spcPts val="0"/>
              </a:spcAft>
              <a:buSzPts val="1867"/>
              <a:buChar char="●"/>
              <a:defRPr/>
            </a:lvl4pPr>
            <a:lvl5pPr marL="3048000" lvl="4" indent="-423333" algn="l">
              <a:lnSpc>
                <a:spcPct val="115000"/>
              </a:lnSpc>
              <a:spcBef>
                <a:spcPts val="0"/>
              </a:spcBef>
              <a:spcAft>
                <a:spcPts val="0"/>
              </a:spcAft>
              <a:buSzPts val="1867"/>
              <a:buChar char="○"/>
              <a:defRPr/>
            </a:lvl5pPr>
            <a:lvl6pPr marL="3657600" lvl="5" indent="-423333" algn="l">
              <a:lnSpc>
                <a:spcPct val="115000"/>
              </a:lnSpc>
              <a:spcBef>
                <a:spcPts val="0"/>
              </a:spcBef>
              <a:spcAft>
                <a:spcPts val="0"/>
              </a:spcAft>
              <a:buSzPts val="1867"/>
              <a:buChar char="■"/>
              <a:defRPr/>
            </a:lvl6pPr>
            <a:lvl7pPr marL="4267200" lvl="6" indent="-423333" algn="l">
              <a:lnSpc>
                <a:spcPct val="115000"/>
              </a:lnSpc>
              <a:spcBef>
                <a:spcPts val="0"/>
              </a:spcBef>
              <a:spcAft>
                <a:spcPts val="0"/>
              </a:spcAft>
              <a:buSzPts val="1867"/>
              <a:buChar char="●"/>
              <a:defRPr/>
            </a:lvl7pPr>
            <a:lvl8pPr marL="4876800" lvl="7" indent="-423333" algn="l">
              <a:lnSpc>
                <a:spcPct val="115000"/>
              </a:lnSpc>
              <a:spcBef>
                <a:spcPts val="0"/>
              </a:spcBef>
              <a:spcAft>
                <a:spcPts val="0"/>
              </a:spcAft>
              <a:buSzPts val="1867"/>
              <a:buChar char="○"/>
              <a:defRPr/>
            </a:lvl8pPr>
            <a:lvl9pPr marL="5486400" lvl="8" indent="-423333" algn="l">
              <a:lnSpc>
                <a:spcPct val="115000"/>
              </a:lnSpc>
              <a:spcBef>
                <a:spcPts val="0"/>
              </a:spcBef>
              <a:spcAft>
                <a:spcPts val="0"/>
              </a:spcAft>
              <a:buSzPts val="1867"/>
              <a:buChar char="■"/>
              <a:defRPr/>
            </a:lvl9pPr>
          </a:lstStyle>
          <a:p>
            <a:endParaRPr/>
          </a:p>
        </p:txBody>
      </p:sp>
      <p:sp>
        <p:nvSpPr>
          <p:cNvPr id="45" name="Google Shape;45;p17"/>
          <p:cNvSpPr txBox="1">
            <a:spLocks noGrp="1"/>
          </p:cNvSpPr>
          <p:nvPr>
            <p:ph type="sldNum" idx="12"/>
          </p:nvPr>
        </p:nvSpPr>
        <p:spPr>
          <a:xfrm>
            <a:off x="11044800" y="6217623"/>
            <a:ext cx="731600" cy="5248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 name="Graphic 2">
            <a:extLst>
              <a:ext uri="{FF2B5EF4-FFF2-40B4-BE49-F238E27FC236}">
                <a16:creationId xmlns:a16="http://schemas.microsoft.com/office/drawing/2014/main" id="{7D78742C-108D-9408-D6DB-E8F8B8A074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06375" y="361489"/>
            <a:ext cx="4264715" cy="697500"/>
          </a:xfrm>
          <a:prstGeom prst="rect">
            <a:avLst/>
          </a:prstGeom>
        </p:spPr>
      </p:pic>
    </p:spTree>
  </p:cSld>
  <p:clrMapOvr>
    <a:masterClrMapping/>
  </p:clrMapOvr>
</p:sldLayout>
</file>

<file path=ppt/slideLayouts/conference_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lt1"/>
        </a:solidFill>
        <a:effectLst/>
      </p:bgPr>
    </p:bg>
    <p:spTree>
      <p:nvGrpSpPr>
        <p:cNvPr id="1" name="Shape 47"/>
        <p:cNvGrpSpPr/>
        <p:nvPr/>
      </p:nvGrpSpPr>
      <p:grpSpPr>
        <a:xfrm>
          <a:off x="0" y="0"/>
          <a:ext cx="0" cy="0"/>
          <a:chOff x="0" y="0"/>
          <a:chExt cx="0" cy="0"/>
        </a:xfrm>
      </p:grpSpPr>
      <p:sp>
        <p:nvSpPr>
          <p:cNvPr id="48" name="Google Shape;48;p18"/>
          <p:cNvSpPr txBox="1">
            <a:spLocks noGrp="1"/>
          </p:cNvSpPr>
          <p:nvPr>
            <p:ph type="title"/>
          </p:nvPr>
        </p:nvSpPr>
        <p:spPr>
          <a:xfrm>
            <a:off x="415600" y="593367"/>
            <a:ext cx="11360800" cy="7636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3733"/>
              <a:buNone/>
              <a:defRPr>
                <a:solidFill>
                  <a:srgbClr val="083E4F"/>
                </a:solidFill>
              </a:defRPr>
            </a:lvl1pPr>
            <a:lvl2pPr lvl="1" algn="l">
              <a:lnSpc>
                <a:spcPct val="100000"/>
              </a:lnSpc>
              <a:spcBef>
                <a:spcPts val="0"/>
              </a:spcBef>
              <a:spcAft>
                <a:spcPts val="0"/>
              </a:spcAft>
              <a:buSzPts val="3733"/>
              <a:buNone/>
              <a:defRPr/>
            </a:lvl2pPr>
            <a:lvl3pPr lvl="2" algn="l">
              <a:lnSpc>
                <a:spcPct val="100000"/>
              </a:lnSpc>
              <a:spcBef>
                <a:spcPts val="0"/>
              </a:spcBef>
              <a:spcAft>
                <a:spcPts val="0"/>
              </a:spcAft>
              <a:buSzPts val="3733"/>
              <a:buNone/>
              <a:defRPr/>
            </a:lvl3pPr>
            <a:lvl4pPr lvl="3" algn="l">
              <a:lnSpc>
                <a:spcPct val="100000"/>
              </a:lnSpc>
              <a:spcBef>
                <a:spcPts val="0"/>
              </a:spcBef>
              <a:spcAft>
                <a:spcPts val="0"/>
              </a:spcAft>
              <a:buSzPts val="3733"/>
              <a:buNone/>
              <a:defRPr/>
            </a:lvl4pPr>
            <a:lvl5pPr lvl="4" algn="l">
              <a:lnSpc>
                <a:spcPct val="100000"/>
              </a:lnSpc>
              <a:spcBef>
                <a:spcPts val="0"/>
              </a:spcBef>
              <a:spcAft>
                <a:spcPts val="0"/>
              </a:spcAft>
              <a:buSzPts val="3733"/>
              <a:buNone/>
              <a:defRPr/>
            </a:lvl5pPr>
            <a:lvl6pPr lvl="5" algn="l">
              <a:lnSpc>
                <a:spcPct val="100000"/>
              </a:lnSpc>
              <a:spcBef>
                <a:spcPts val="0"/>
              </a:spcBef>
              <a:spcAft>
                <a:spcPts val="0"/>
              </a:spcAft>
              <a:buSzPts val="3733"/>
              <a:buNone/>
              <a:defRPr/>
            </a:lvl6pPr>
            <a:lvl7pPr lvl="6" algn="l">
              <a:lnSpc>
                <a:spcPct val="100000"/>
              </a:lnSpc>
              <a:spcBef>
                <a:spcPts val="0"/>
              </a:spcBef>
              <a:spcAft>
                <a:spcPts val="0"/>
              </a:spcAft>
              <a:buSzPts val="3733"/>
              <a:buNone/>
              <a:defRPr/>
            </a:lvl7pPr>
            <a:lvl8pPr lvl="7" algn="l">
              <a:lnSpc>
                <a:spcPct val="100000"/>
              </a:lnSpc>
              <a:spcBef>
                <a:spcPts val="0"/>
              </a:spcBef>
              <a:spcAft>
                <a:spcPts val="0"/>
              </a:spcAft>
              <a:buSzPts val="3733"/>
              <a:buNone/>
              <a:defRPr/>
            </a:lvl8pPr>
            <a:lvl9pPr lvl="8" algn="l">
              <a:lnSpc>
                <a:spcPct val="100000"/>
              </a:lnSpc>
              <a:spcBef>
                <a:spcPts val="0"/>
              </a:spcBef>
              <a:spcAft>
                <a:spcPts val="0"/>
              </a:spcAft>
              <a:buSzPts val="3733"/>
              <a:buNone/>
              <a:defRPr/>
            </a:lvl9pPr>
          </a:lstStyle>
          <a:p>
            <a:endParaRPr/>
          </a:p>
        </p:txBody>
      </p:sp>
      <p:sp>
        <p:nvSpPr>
          <p:cNvPr id="49" name="Google Shape;49;p18"/>
          <p:cNvSpPr txBox="1">
            <a:spLocks noGrp="1"/>
          </p:cNvSpPr>
          <p:nvPr>
            <p:ph type="body" idx="1"/>
          </p:nvPr>
        </p:nvSpPr>
        <p:spPr>
          <a:xfrm>
            <a:off x="415600" y="1536633"/>
            <a:ext cx="5333200" cy="4423200"/>
          </a:xfrm>
          <a:prstGeom prst="rect">
            <a:avLst/>
          </a:prstGeom>
          <a:noFill/>
          <a:ln>
            <a:noFill/>
          </a:ln>
        </p:spPr>
        <p:txBody>
          <a:bodyPr spcFirstLastPara="1" wrap="square" lIns="0" tIns="0" rIns="0" bIns="0" anchor="t" anchorCtr="0">
            <a:noAutofit/>
          </a:bodyPr>
          <a:lstStyle>
            <a:lvl1pPr marL="609600" lvl="0" indent="-423333" algn="l">
              <a:lnSpc>
                <a:spcPct val="115000"/>
              </a:lnSpc>
              <a:spcBef>
                <a:spcPts val="0"/>
              </a:spcBef>
              <a:spcAft>
                <a:spcPts val="0"/>
              </a:spcAft>
              <a:buSzPts val="1867"/>
              <a:buChar char="●"/>
              <a:defRPr sz="1600"/>
            </a:lvl1pPr>
            <a:lvl2pPr marL="1219200" lvl="1" indent="-406400" algn="l">
              <a:lnSpc>
                <a:spcPct val="115000"/>
              </a:lnSpc>
              <a:spcBef>
                <a:spcPts val="0"/>
              </a:spcBef>
              <a:spcAft>
                <a:spcPts val="0"/>
              </a:spcAft>
              <a:buSzPts val="1600"/>
              <a:buChar char="○"/>
              <a:defRPr sz="1600"/>
            </a:lvl2pPr>
            <a:lvl3pPr marL="1828800" lvl="2" indent="-406400" algn="l">
              <a:lnSpc>
                <a:spcPct val="115000"/>
              </a:lnSpc>
              <a:spcBef>
                <a:spcPts val="0"/>
              </a:spcBef>
              <a:spcAft>
                <a:spcPts val="0"/>
              </a:spcAft>
              <a:buSzPts val="1600"/>
              <a:buChar char="■"/>
              <a:defRPr sz="1600"/>
            </a:lvl3pPr>
            <a:lvl4pPr marL="2438400" lvl="3" indent="-406400" algn="l">
              <a:lnSpc>
                <a:spcPct val="115000"/>
              </a:lnSpc>
              <a:spcBef>
                <a:spcPts val="0"/>
              </a:spcBef>
              <a:spcAft>
                <a:spcPts val="0"/>
              </a:spcAft>
              <a:buSzPts val="1600"/>
              <a:buChar char="●"/>
              <a:defRPr sz="1600"/>
            </a:lvl4pPr>
            <a:lvl5pPr marL="3048000" lvl="4" indent="-406400" algn="l">
              <a:lnSpc>
                <a:spcPct val="115000"/>
              </a:lnSpc>
              <a:spcBef>
                <a:spcPts val="0"/>
              </a:spcBef>
              <a:spcAft>
                <a:spcPts val="0"/>
              </a:spcAft>
              <a:buSzPts val="1600"/>
              <a:buChar char="○"/>
              <a:defRPr sz="1600"/>
            </a:lvl5pPr>
            <a:lvl6pPr marL="3657600" lvl="5" indent="-406400" algn="l">
              <a:lnSpc>
                <a:spcPct val="115000"/>
              </a:lnSpc>
              <a:spcBef>
                <a:spcPts val="0"/>
              </a:spcBef>
              <a:spcAft>
                <a:spcPts val="0"/>
              </a:spcAft>
              <a:buSzPts val="1600"/>
              <a:buChar char="■"/>
              <a:defRPr sz="1600"/>
            </a:lvl6pPr>
            <a:lvl7pPr marL="4267200" lvl="6" indent="-406400" algn="l">
              <a:lnSpc>
                <a:spcPct val="115000"/>
              </a:lnSpc>
              <a:spcBef>
                <a:spcPts val="0"/>
              </a:spcBef>
              <a:spcAft>
                <a:spcPts val="0"/>
              </a:spcAft>
              <a:buSzPts val="1600"/>
              <a:buChar char="●"/>
              <a:defRPr sz="1600"/>
            </a:lvl7pPr>
            <a:lvl8pPr marL="4876800" lvl="7" indent="-406400" algn="l">
              <a:lnSpc>
                <a:spcPct val="115000"/>
              </a:lnSpc>
              <a:spcBef>
                <a:spcPts val="0"/>
              </a:spcBef>
              <a:spcAft>
                <a:spcPts val="0"/>
              </a:spcAft>
              <a:buSzPts val="1600"/>
              <a:buChar char="○"/>
              <a:defRPr sz="1600"/>
            </a:lvl8pPr>
            <a:lvl9pPr marL="5486400" lvl="8" indent="-406400" algn="l">
              <a:lnSpc>
                <a:spcPct val="115000"/>
              </a:lnSpc>
              <a:spcBef>
                <a:spcPts val="0"/>
              </a:spcBef>
              <a:spcAft>
                <a:spcPts val="0"/>
              </a:spcAft>
              <a:buSzPts val="1600"/>
              <a:buChar char="■"/>
              <a:defRPr sz="1600"/>
            </a:lvl9pPr>
          </a:lstStyle>
          <a:p>
            <a:endParaRPr/>
          </a:p>
        </p:txBody>
      </p:sp>
      <p:sp>
        <p:nvSpPr>
          <p:cNvPr id="50" name="Google Shape;50;p18"/>
          <p:cNvSpPr txBox="1">
            <a:spLocks noGrp="1"/>
          </p:cNvSpPr>
          <p:nvPr>
            <p:ph type="body" idx="2"/>
          </p:nvPr>
        </p:nvSpPr>
        <p:spPr>
          <a:xfrm>
            <a:off x="6443200" y="1536633"/>
            <a:ext cx="5333200" cy="4423200"/>
          </a:xfrm>
          <a:prstGeom prst="rect">
            <a:avLst/>
          </a:prstGeom>
          <a:noFill/>
          <a:ln>
            <a:noFill/>
          </a:ln>
        </p:spPr>
        <p:txBody>
          <a:bodyPr spcFirstLastPara="1" wrap="square" lIns="0" tIns="0" rIns="0" bIns="0" anchor="t" anchorCtr="0">
            <a:noAutofit/>
          </a:bodyPr>
          <a:lstStyle>
            <a:lvl1pPr marL="609600" lvl="0" indent="-423333" algn="l">
              <a:lnSpc>
                <a:spcPct val="115000"/>
              </a:lnSpc>
              <a:spcBef>
                <a:spcPts val="0"/>
              </a:spcBef>
              <a:spcAft>
                <a:spcPts val="0"/>
              </a:spcAft>
              <a:buSzPts val="1867"/>
              <a:buChar char="●"/>
              <a:defRPr sz="1600"/>
            </a:lvl1pPr>
            <a:lvl2pPr marL="1219200" lvl="1" indent="-406400" algn="l">
              <a:lnSpc>
                <a:spcPct val="115000"/>
              </a:lnSpc>
              <a:spcBef>
                <a:spcPts val="0"/>
              </a:spcBef>
              <a:spcAft>
                <a:spcPts val="0"/>
              </a:spcAft>
              <a:buSzPts val="1600"/>
              <a:buChar char="○"/>
              <a:defRPr sz="1600"/>
            </a:lvl2pPr>
            <a:lvl3pPr marL="1828800" lvl="2" indent="-406400" algn="l">
              <a:lnSpc>
                <a:spcPct val="115000"/>
              </a:lnSpc>
              <a:spcBef>
                <a:spcPts val="0"/>
              </a:spcBef>
              <a:spcAft>
                <a:spcPts val="0"/>
              </a:spcAft>
              <a:buSzPts val="1600"/>
              <a:buChar char="■"/>
              <a:defRPr sz="1600"/>
            </a:lvl3pPr>
            <a:lvl4pPr marL="2438400" lvl="3" indent="-406400" algn="l">
              <a:lnSpc>
                <a:spcPct val="115000"/>
              </a:lnSpc>
              <a:spcBef>
                <a:spcPts val="0"/>
              </a:spcBef>
              <a:spcAft>
                <a:spcPts val="0"/>
              </a:spcAft>
              <a:buSzPts val="1600"/>
              <a:buChar char="●"/>
              <a:defRPr sz="1600"/>
            </a:lvl4pPr>
            <a:lvl5pPr marL="3048000" lvl="4" indent="-406400" algn="l">
              <a:lnSpc>
                <a:spcPct val="115000"/>
              </a:lnSpc>
              <a:spcBef>
                <a:spcPts val="0"/>
              </a:spcBef>
              <a:spcAft>
                <a:spcPts val="0"/>
              </a:spcAft>
              <a:buSzPts val="1600"/>
              <a:buChar char="○"/>
              <a:defRPr sz="1600"/>
            </a:lvl5pPr>
            <a:lvl6pPr marL="3657600" lvl="5" indent="-406400" algn="l">
              <a:lnSpc>
                <a:spcPct val="115000"/>
              </a:lnSpc>
              <a:spcBef>
                <a:spcPts val="0"/>
              </a:spcBef>
              <a:spcAft>
                <a:spcPts val="0"/>
              </a:spcAft>
              <a:buSzPts val="1600"/>
              <a:buChar char="■"/>
              <a:defRPr sz="1600"/>
            </a:lvl6pPr>
            <a:lvl7pPr marL="4267200" lvl="6" indent="-406400" algn="l">
              <a:lnSpc>
                <a:spcPct val="115000"/>
              </a:lnSpc>
              <a:spcBef>
                <a:spcPts val="0"/>
              </a:spcBef>
              <a:spcAft>
                <a:spcPts val="0"/>
              </a:spcAft>
              <a:buSzPts val="1600"/>
              <a:buChar char="●"/>
              <a:defRPr sz="1600"/>
            </a:lvl7pPr>
            <a:lvl8pPr marL="4876800" lvl="7" indent="-406400" algn="l">
              <a:lnSpc>
                <a:spcPct val="115000"/>
              </a:lnSpc>
              <a:spcBef>
                <a:spcPts val="0"/>
              </a:spcBef>
              <a:spcAft>
                <a:spcPts val="0"/>
              </a:spcAft>
              <a:buSzPts val="1600"/>
              <a:buChar char="○"/>
              <a:defRPr sz="1600"/>
            </a:lvl8pPr>
            <a:lvl9pPr marL="5486400" lvl="8" indent="-406400" algn="l">
              <a:lnSpc>
                <a:spcPct val="115000"/>
              </a:lnSpc>
              <a:spcBef>
                <a:spcPts val="0"/>
              </a:spcBef>
              <a:spcAft>
                <a:spcPts val="0"/>
              </a:spcAft>
              <a:buSzPts val="1600"/>
              <a:buChar char="■"/>
              <a:defRPr sz="1600"/>
            </a:lvl9pPr>
          </a:lstStyle>
          <a:p>
            <a:endParaRPr/>
          </a:p>
        </p:txBody>
      </p:sp>
      <p:sp>
        <p:nvSpPr>
          <p:cNvPr id="51" name="Google Shape;51;p18"/>
          <p:cNvSpPr txBox="1">
            <a:spLocks noGrp="1"/>
          </p:cNvSpPr>
          <p:nvPr>
            <p:ph type="sldNum" idx="12"/>
          </p:nvPr>
        </p:nvSpPr>
        <p:spPr>
          <a:xfrm>
            <a:off x="11044800" y="6217623"/>
            <a:ext cx="731600" cy="5248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 name="Graphic 1">
            <a:extLst>
              <a:ext uri="{FF2B5EF4-FFF2-40B4-BE49-F238E27FC236}">
                <a16:creationId xmlns:a16="http://schemas.microsoft.com/office/drawing/2014/main" id="{5AE44EE6-2B97-D0C3-B694-1E87082403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5600" y="6150532"/>
            <a:ext cx="3097508" cy="506601"/>
          </a:xfrm>
          <a:prstGeom prst="rect">
            <a:avLst/>
          </a:prstGeom>
        </p:spPr>
      </p:pic>
    </p:spTree>
  </p:cSld>
  <p:clrMapOvr>
    <a:masterClrMapping/>
  </p:clrMapOvr>
</p:sldLayout>
</file>

<file path=ppt/slideLayouts/conference_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1"/>
        </a:solidFill>
        <a:effectLst/>
      </p:bgPr>
    </p:bg>
    <p:spTree>
      <p:nvGrpSpPr>
        <p:cNvPr id="1" name="Shape 53"/>
        <p:cNvGrpSpPr/>
        <p:nvPr/>
      </p:nvGrpSpPr>
      <p:grpSpPr>
        <a:xfrm>
          <a:off x="0" y="0"/>
          <a:ext cx="0" cy="0"/>
          <a:chOff x="0" y="0"/>
          <a:chExt cx="0" cy="0"/>
        </a:xfrm>
      </p:grpSpPr>
      <p:sp>
        <p:nvSpPr>
          <p:cNvPr id="54" name="Google Shape;54;p19"/>
          <p:cNvSpPr txBox="1">
            <a:spLocks noGrp="1"/>
          </p:cNvSpPr>
          <p:nvPr>
            <p:ph type="title"/>
          </p:nvPr>
        </p:nvSpPr>
        <p:spPr>
          <a:xfrm>
            <a:off x="415600" y="593367"/>
            <a:ext cx="11360800" cy="7636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3733"/>
              <a:buNone/>
              <a:defRPr>
                <a:solidFill>
                  <a:srgbClr val="083E4F"/>
                </a:solidFill>
              </a:defRPr>
            </a:lvl1pPr>
            <a:lvl2pPr lvl="1" algn="l">
              <a:lnSpc>
                <a:spcPct val="100000"/>
              </a:lnSpc>
              <a:spcBef>
                <a:spcPts val="0"/>
              </a:spcBef>
              <a:spcAft>
                <a:spcPts val="0"/>
              </a:spcAft>
              <a:buSzPts val="3733"/>
              <a:buNone/>
              <a:defRPr/>
            </a:lvl2pPr>
            <a:lvl3pPr lvl="2" algn="l">
              <a:lnSpc>
                <a:spcPct val="100000"/>
              </a:lnSpc>
              <a:spcBef>
                <a:spcPts val="0"/>
              </a:spcBef>
              <a:spcAft>
                <a:spcPts val="0"/>
              </a:spcAft>
              <a:buSzPts val="3733"/>
              <a:buNone/>
              <a:defRPr/>
            </a:lvl3pPr>
            <a:lvl4pPr lvl="3" algn="l">
              <a:lnSpc>
                <a:spcPct val="100000"/>
              </a:lnSpc>
              <a:spcBef>
                <a:spcPts val="0"/>
              </a:spcBef>
              <a:spcAft>
                <a:spcPts val="0"/>
              </a:spcAft>
              <a:buSzPts val="3733"/>
              <a:buNone/>
              <a:defRPr/>
            </a:lvl4pPr>
            <a:lvl5pPr lvl="4" algn="l">
              <a:lnSpc>
                <a:spcPct val="100000"/>
              </a:lnSpc>
              <a:spcBef>
                <a:spcPts val="0"/>
              </a:spcBef>
              <a:spcAft>
                <a:spcPts val="0"/>
              </a:spcAft>
              <a:buSzPts val="3733"/>
              <a:buNone/>
              <a:defRPr/>
            </a:lvl5pPr>
            <a:lvl6pPr lvl="5" algn="l">
              <a:lnSpc>
                <a:spcPct val="100000"/>
              </a:lnSpc>
              <a:spcBef>
                <a:spcPts val="0"/>
              </a:spcBef>
              <a:spcAft>
                <a:spcPts val="0"/>
              </a:spcAft>
              <a:buSzPts val="3733"/>
              <a:buNone/>
              <a:defRPr/>
            </a:lvl6pPr>
            <a:lvl7pPr lvl="6" algn="l">
              <a:lnSpc>
                <a:spcPct val="100000"/>
              </a:lnSpc>
              <a:spcBef>
                <a:spcPts val="0"/>
              </a:spcBef>
              <a:spcAft>
                <a:spcPts val="0"/>
              </a:spcAft>
              <a:buSzPts val="3733"/>
              <a:buNone/>
              <a:defRPr/>
            </a:lvl7pPr>
            <a:lvl8pPr lvl="7" algn="l">
              <a:lnSpc>
                <a:spcPct val="100000"/>
              </a:lnSpc>
              <a:spcBef>
                <a:spcPts val="0"/>
              </a:spcBef>
              <a:spcAft>
                <a:spcPts val="0"/>
              </a:spcAft>
              <a:buSzPts val="3733"/>
              <a:buNone/>
              <a:defRPr/>
            </a:lvl8pPr>
            <a:lvl9pPr lvl="8" algn="l">
              <a:lnSpc>
                <a:spcPct val="100000"/>
              </a:lnSpc>
              <a:spcBef>
                <a:spcPts val="0"/>
              </a:spcBef>
              <a:spcAft>
                <a:spcPts val="0"/>
              </a:spcAft>
              <a:buSzPts val="3733"/>
              <a:buNone/>
              <a:defRPr/>
            </a:lvl9pPr>
          </a:lstStyle>
          <a:p>
            <a:endParaRPr/>
          </a:p>
        </p:txBody>
      </p:sp>
      <p:sp>
        <p:nvSpPr>
          <p:cNvPr id="55" name="Google Shape;55;p19"/>
          <p:cNvSpPr txBox="1">
            <a:spLocks noGrp="1"/>
          </p:cNvSpPr>
          <p:nvPr>
            <p:ph type="sldNum" idx="12"/>
          </p:nvPr>
        </p:nvSpPr>
        <p:spPr>
          <a:xfrm>
            <a:off x="11044800" y="6217623"/>
            <a:ext cx="731600" cy="5248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 name="Graphic 2">
            <a:extLst>
              <a:ext uri="{FF2B5EF4-FFF2-40B4-BE49-F238E27FC236}">
                <a16:creationId xmlns:a16="http://schemas.microsoft.com/office/drawing/2014/main" id="{C85FDC8E-54F0-6F05-42EE-9D2C823888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5600" y="6150532"/>
            <a:ext cx="3097508" cy="506601"/>
          </a:xfrm>
          <a:prstGeom prst="rect">
            <a:avLst/>
          </a:prstGeom>
        </p:spPr>
      </p:pic>
    </p:spTree>
  </p:cSld>
  <p:clrMapOvr>
    <a:masterClrMapping/>
  </p:clrMapOvr>
</p:sldLayout>
</file>

<file path=ppt/slideLayouts/conference_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20"/>
          <p:cNvSpPr txBox="1">
            <a:spLocks noGrp="1"/>
          </p:cNvSpPr>
          <p:nvPr>
            <p:ph type="sldNum" idx="12"/>
          </p:nvPr>
        </p:nvSpPr>
        <p:spPr>
          <a:xfrm>
            <a:off x="11044800" y="6217623"/>
            <a:ext cx="731600" cy="5248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 name="Graphic 2">
            <a:extLst>
              <a:ext uri="{FF2B5EF4-FFF2-40B4-BE49-F238E27FC236}">
                <a16:creationId xmlns:a16="http://schemas.microsoft.com/office/drawing/2014/main" id="{7E1DFC6C-6771-8459-E441-CFAEECF17A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5600" y="6150532"/>
            <a:ext cx="3097508" cy="506601"/>
          </a:xfrm>
          <a:prstGeom prst="rect">
            <a:avLst/>
          </a:prstGeom>
        </p:spPr>
      </p:pic>
    </p:spTree>
  </p:cSld>
  <p:clrMapOvr>
    <a:masterClrMapping/>
  </p:clrMapOvr>
</p:sldLayout>
</file>

<file path=ppt/slideLayouts/conference_slideLayout10.xml><?xml version="1.0" encoding="utf-8"?>
<p:sldLayout xmlns:a="http://schemas.openxmlformats.org/drawingml/2006/main" xmlns:r="http://schemas.openxmlformats.org/officeDocument/2006/relationships" xmlns:p="http://schemas.openxmlformats.org/presentationml/2006/main" matchingName="Section header">
  <p:cSld name="Logo">
    <p:bg>
      <p:bgPr>
        <a:solidFill>
          <a:srgbClr val="00737C"/>
        </a:solidFill>
        <a:effectLst/>
      </p:bgPr>
    </p:bg>
    <p:spTree>
      <p:nvGrpSpPr>
        <p:cNvPr id="1" name="Shape 60"/>
        <p:cNvGrpSpPr/>
        <p:nvPr/>
      </p:nvGrpSpPr>
      <p:grpSpPr>
        <a:xfrm>
          <a:off x="0" y="0"/>
          <a:ext cx="0" cy="0"/>
          <a:chOff x="0" y="0"/>
          <a:chExt cx="0" cy="0"/>
        </a:xfrm>
      </p:grpSpPr>
      <p:pic>
        <p:nvPicPr>
          <p:cNvPr id="61" name="Google Shape;61;p21"/>
          <p:cNvPicPr preferRelativeResize="0"/>
          <p:nvPr/>
        </p:nvPicPr>
        <p:blipFill rotWithShape="1">
          <a:blip r:embed="rId2">
            <a:alphaModFix/>
          </a:blip>
          <a:srcRect/>
          <a:stretch/>
        </p:blipFill>
        <p:spPr>
          <a:xfrm>
            <a:off x="-15089" y="0"/>
            <a:ext cx="12222179" cy="6858000"/>
          </a:xfrm>
          <a:prstGeom prst="rect">
            <a:avLst/>
          </a:prstGeom>
          <a:noFill/>
          <a:ln>
            <a:noFill/>
          </a:ln>
        </p:spPr>
      </p:pic>
      <p:pic>
        <p:nvPicPr>
          <p:cNvPr id="4" name="Graphic 3">
            <a:extLst>
              <a:ext uri="{FF2B5EF4-FFF2-40B4-BE49-F238E27FC236}">
                <a16:creationId xmlns:a16="http://schemas.microsoft.com/office/drawing/2014/main" id="{1BD2A404-4005-F016-A8A5-790A1FBDB8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14951" y="238015"/>
            <a:ext cx="5673420" cy="927896"/>
          </a:xfrm>
          <a:prstGeom prst="rect">
            <a:avLst/>
          </a:prstGeom>
        </p:spPr>
      </p:pic>
    </p:spTree>
  </p:cSld>
  <p:clrMapOvr>
    <a:masterClrMapping/>
  </p:clrMapOvr>
</p:sldLayout>
</file>

<file path=ppt/slideMasters/_rels/conference_slideMaster1.xml.rels><?xml version="1.0" encoding="utf-8"?><Relationships xmlns="http://schemas.openxmlformats.org/package/2006/relationships"><Relationship Id="rId8" Type="http://schemas.openxmlformats.org/officeDocument/2006/relationships/slideLayout" Target="../slideLayouts/conference_slideLayout8.xml"/><Relationship Id="rId3" Type="http://schemas.openxmlformats.org/officeDocument/2006/relationships/slideLayout" Target="../slideLayouts/conference_slideLayout3.xml"/><Relationship Id="rId7" Type="http://schemas.openxmlformats.org/officeDocument/2006/relationships/slideLayout" Target="../slideLayouts/conference_slideLayout7.xml"/><Relationship Id="rId2" Type="http://schemas.openxmlformats.org/officeDocument/2006/relationships/slideLayout" Target="../slideLayouts/conference_slideLayout2.xml"/><Relationship Id="rId1" Type="http://schemas.openxmlformats.org/officeDocument/2006/relationships/slideLayout" Target="../slideLayouts/conference_slideLayout1.xml"/><Relationship Id="rId6" Type="http://schemas.openxmlformats.org/officeDocument/2006/relationships/slideLayout" Target="../slideLayouts/conference_slideLayout6.xml"/><Relationship Id="rId11" Type="http://schemas.openxmlformats.org/officeDocument/2006/relationships/theme" Target="../theme/conference_theme1.xml"/><Relationship Id="rId5" Type="http://schemas.openxmlformats.org/officeDocument/2006/relationships/slideLayout" Target="../slideLayouts/conference_slideLayout5.xml"/><Relationship Id="rId10" Type="http://schemas.openxmlformats.org/officeDocument/2006/relationships/slideLayout" Target="../slideLayouts/conference_slideLayout10.xml"/><Relationship Id="rId4" Type="http://schemas.openxmlformats.org/officeDocument/2006/relationships/slideLayout" Target="../slideLayouts/conference_slideLayout4.xml"/><Relationship Id="rId9" Type="http://schemas.openxmlformats.org/officeDocument/2006/relationships/slideLayout" Target="../slideLayouts/conference_slideLayout9.xml"/></Relationships>
</file>

<file path=ppt/slideMasters/conference_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415600" y="593367"/>
            <a:ext cx="11360800" cy="7636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chemeClr val="accent1"/>
              </a:buClr>
              <a:buSzPts val="3733"/>
              <a:buFont typeface="Arial"/>
              <a:buNone/>
              <a:defRPr sz="3733" b="1"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2pPr>
            <a:lvl3pPr marR="0" lvl="2"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3pPr>
            <a:lvl4pPr marR="0" lvl="3"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4pPr>
            <a:lvl5pPr marR="0" lvl="4"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5pPr>
            <a:lvl6pPr marR="0" lvl="5"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6pPr>
            <a:lvl7pPr marR="0" lvl="6"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7pPr>
            <a:lvl8pPr marR="0" lvl="7"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8pPr>
            <a:lvl9pPr marR="0" lvl="8"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415600" y="1536633"/>
            <a:ext cx="11360800" cy="4555200"/>
          </a:xfrm>
          <a:prstGeom prst="rect">
            <a:avLst/>
          </a:prstGeom>
          <a:noFill/>
          <a:ln>
            <a:noFill/>
          </a:ln>
        </p:spPr>
        <p:txBody>
          <a:bodyPr spcFirstLastPara="1" wrap="square" lIns="0" tIns="0" rIns="0" bIns="0" anchor="t" anchorCtr="0">
            <a:noAutofit/>
          </a:bodyPr>
          <a:lstStyle>
            <a:lvl1pPr marL="609600" marR="0" lvl="0" indent="-4572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1pPr>
            <a:lvl2pPr marL="1219200" marR="0" lvl="1"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2pPr>
            <a:lvl3pPr marL="1828800" marR="0" lvl="2"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3pPr>
            <a:lvl4pPr marL="2438400" marR="0" lvl="3"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4pPr>
            <a:lvl5pPr marL="3048000" marR="0" lvl="4"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5pPr>
            <a:lvl6pPr marL="3657600" marR="0" lvl="5"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6pPr>
            <a:lvl7pPr marL="4267200" marR="0" lvl="6"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7pPr>
            <a:lvl8pPr marL="4876800" marR="0" lvl="7"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8pPr>
            <a:lvl9pPr marL="5486400" marR="0" lvl="8"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9pPr>
          </a:lstStyle>
          <a:p>
            <a:endParaRPr/>
          </a:p>
        </p:txBody>
      </p:sp>
      <p:sp>
        <p:nvSpPr>
          <p:cNvPr id="8" name="Google Shape;8;p11"/>
          <p:cNvSpPr txBox="1">
            <a:spLocks noGrp="1"/>
          </p:cNvSpPr>
          <p:nvPr>
            <p:ph type="sldNum" idx="12"/>
          </p:nvPr>
        </p:nvSpPr>
        <p:spPr>
          <a:xfrm>
            <a:off x="11044800" y="6217623"/>
            <a:ext cx="731600" cy="5248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conference_slideLayout2.xml"/><Relationship Id="rId4"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conference_slideLayout5.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conference_slideLayout5.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conference_slideLayout5.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conference_slideLayout5.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conference_slideLayout5.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conference_slideLayout5.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hyperlink" Target="https://www.runatlantis.io/blog/2024/april-2024-survey-results" TargetMode="External"/><Relationship Id="rId2" Type="http://schemas.openxmlformats.org/officeDocument/2006/relationships/slideLayout" Target="../slideLayouts/conference_slideLayout5.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hyperlink" Target="https://github.com/runatlantis/atlantis/pull/5296" TargetMode="External"/><Relationship Id="rId2" Type="http://schemas.openxmlformats.org/officeDocument/2006/relationships/slideLayout" Target="../slideLayouts/conference_slideLayout5.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hyperlink" Target="https://www.runatlantis.io/docs" TargetMode="External"/><Relationship Id="rId2" Type="http://schemas.openxmlformats.org/officeDocument/2006/relationships/hyperlink" Target="https://github.com/runatlantis/atlantis" TargetMode="External"/><Relationship Id="rId4" Type="http://schemas.openxmlformats.org/officeDocument/2006/relationships/hyperlink" Target="https://www.runatlantis.io/" TargetMode="External"/><Relationship Id="rId5" Type="http://schemas.openxmlformats.org/officeDocument/2006/relationships/hyperlink" Target="https://docs.google.com/document/d/1EzseHmT4Zarj-_7MO8ud5mHByIJGIHS7JdoNNK9ZckU/edit" TargetMode="External"/><Relationship Id="rId6" Type="http://schemas.openxmlformats.org/officeDocument/2006/relationships/hyperlink" Target="https://www.lfopensource.cn/kubecon-cloudnativecon-openinfra-summit-pytorch-conference-china/features-add-ons/project-engagement/#project-table-directory" TargetMode="External"/><Relationship Id="rId3" Type="http://schemas.openxmlformats.org/officeDocument/2006/relationships/image" Target="../media/image-10-1.png"/><Relationship Id="rId7" Type="http://schemas.openxmlformats.org/officeDocument/2006/relationships/slideLayout" Target="../slideLayouts/conference_slideLayout5.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66928" y="1389888"/>
            <a:ext cx="8229600" cy="329184"/>
          </a:xfrm>
          <a:prstGeom prst="rect">
            <a:avLst/>
          </a:prstGeom>
          <a:noFill/>
          <a:ln/>
        </p:spPr>
        <p:txBody>
          <a:bodyPr wrap="square" lIns="0" tIns="0" rIns="0" bIns="0" rtlCol="0" anchor="ctr"/>
          <a:lstStyle/>
          <a:p>
            <a:pPr indent="0" marL="0">
              <a:buNone/>
            </a:pPr>
            <a:r>
              <a:rPr lang="en-US" sz="1800" b="1" spc="100" kern="0" dirty="0">
                <a:solidFill>
                  <a:srgbClr val="FFFFFF"/>
                </a:solidFill>
                <a:latin typeface="Arial" pitchFamily="34" charset="0"/>
                <a:ea typeface="Arial" pitchFamily="34" charset="-122"/>
                <a:cs typeface="Arial" pitchFamily="34" charset="-120"/>
              </a:rPr>
              <a:t>PROJECT LIGHTNING TALK:</a:t>
            </a:r>
            <a:endParaRPr lang="en-US" sz="1800" dirty="0"/>
          </a:p>
        </p:txBody>
      </p:sp>
      <p:sp>
        <p:nvSpPr>
          <p:cNvPr id="3" name="Text 1"/>
          <p:cNvSpPr/>
          <p:nvPr/>
        </p:nvSpPr>
        <p:spPr>
          <a:xfrm>
            <a:off x="566928" y="1856232"/>
            <a:ext cx="7955280" cy="886968"/>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Atlantis:</a:t>
            </a:r>
            <a:endParaRPr lang="en-US" sz="6000" dirty="0"/>
          </a:p>
        </p:txBody>
      </p:sp>
      <p:pic>
        <p:nvPicPr>
          <p:cNvPr id="4" name="Image 0" descr="Official Atlantis project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858000" y="1563624"/>
            <a:ext cx="1143000" cy="1143000"/>
          </a:xfrm>
          <a:prstGeom prst="rect">
            <a:avLst/>
          </a:prstGeom>
        </p:spPr>
      </p:pic>
      <p:sp>
        <p:nvSpPr>
          <p:cNvPr id="5" name="Text 2"/>
          <p:cNvSpPr/>
          <p:nvPr/>
        </p:nvSpPr>
        <p:spPr>
          <a:xfrm>
            <a:off x="566928" y="2898648"/>
            <a:ext cx="8229600" cy="1024128"/>
          </a:xfrm>
          <a:prstGeom prst="rect">
            <a:avLst/>
          </a:prstGeom>
          <a:noFill/>
          <a:ln/>
        </p:spPr>
        <p:txBody>
          <a:bodyPr wrap="square" lIns="0" tIns="0" rIns="0" bIns="0" rtlCol="0" anchor="ctr"/>
          <a:lstStyle/>
          <a:p>
            <a:pPr indent="0" marL="0">
              <a:buNone/>
            </a:pPr>
            <a:r>
              <a:rPr lang="en-US" sz="3100" b="1" dirty="0">
                <a:solidFill>
                  <a:srgbClr val="FFFFFF"/>
                </a:solidFill>
                <a:latin typeface="Arial" pitchFamily="34" charset="0"/>
                <a:ea typeface="Arial" pitchFamily="34" charset="-122"/>
                <a:cs typeface="Arial" pitchFamily="34" charset="-120"/>
              </a:rPr>
              <a:t>Terraform Pull Request Automation</a:t>
            </a:r>
            <a:endParaRPr lang="en-US" sz="3100" dirty="0"/>
          </a:p>
          <a:p>
            <a:pPr indent="0" marL="0">
              <a:buNone/>
            </a:pPr>
            <a:r>
              <a:rPr lang="en-US" sz="3100" b="1" dirty="0">
                <a:solidFill>
                  <a:srgbClr val="FFFFFF"/>
                </a:solidFill>
                <a:latin typeface="Arial" pitchFamily="34" charset="0"/>
                <a:ea typeface="Arial" pitchFamily="34" charset="-122"/>
                <a:cs typeface="Arial" pitchFamily="34" charset="-120"/>
              </a:rPr>
              <a:t>for Cloud Native Teams</a:t>
            </a:r>
            <a:endParaRPr lang="en-US" sz="3100" dirty="0"/>
          </a:p>
        </p:txBody>
      </p:sp>
      <p:sp>
        <p:nvSpPr>
          <p:cNvPr id="6" name="Text 3"/>
          <p:cNvSpPr/>
          <p:nvPr/>
        </p:nvSpPr>
        <p:spPr>
          <a:xfrm>
            <a:off x="566928" y="4197096"/>
            <a:ext cx="8229600" cy="384048"/>
          </a:xfrm>
          <a:prstGeom prst="rect">
            <a:avLst/>
          </a:prstGeom>
          <a:noFill/>
          <a:ln/>
        </p:spPr>
        <p:txBody>
          <a:bodyPr wrap="square" lIns="0" tIns="0" rIns="0" bIns="0" rtlCol="0" anchor="ctr"/>
          <a:lstStyle/>
          <a:p>
            <a:pPr indent="0" marL="0">
              <a:buNone/>
            </a:pPr>
            <a:r>
              <a:rPr lang="en-US" sz="2400" dirty="0">
                <a:solidFill>
                  <a:srgbClr val="FFFFFF"/>
                </a:solidFill>
                <a:latin typeface="Arial" pitchFamily="34" charset="0"/>
                <a:ea typeface="Arial" pitchFamily="34" charset="-122"/>
                <a:cs typeface="Arial" pitchFamily="34" charset="-120"/>
              </a:rPr>
              <a:t>Rui Chen  ·  Atlantis Maintainer</a:t>
            </a:r>
            <a:endParaRPr lang="en-US" sz="2400" dirty="0"/>
          </a:p>
        </p:txBody>
      </p:sp>
      <p:sp>
        <p:nvSpPr>
          <p:cNvPr id="7" name="Text 4"/>
          <p:cNvSpPr/>
          <p:nvPr/>
        </p:nvSpPr>
        <p:spPr>
          <a:xfrm>
            <a:off x="566928" y="4672584"/>
            <a:ext cx="8229600" cy="301752"/>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Shanghai, China  ·  September 8,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PLAN → REVIEW → APPLY</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The pull request becomes the workflow.</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02</a:t>
            </a:r>
            <a:endParaRPr lang="en-US" sz="1200" dirty="0"/>
          </a:p>
        </p:txBody>
      </p:sp>
      <p:sp>
        <p:nvSpPr>
          <p:cNvPr id="5" name="Shape 3"/>
          <p:cNvSpPr/>
          <p:nvPr/>
        </p:nvSpPr>
        <p:spPr>
          <a:xfrm>
            <a:off x="731520" y="2423160"/>
            <a:ext cx="3337560" cy="1234440"/>
          </a:xfrm>
          <a:prstGeom prst="rect">
            <a:avLst/>
          </a:prstGeom>
          <a:solidFill>
            <a:srgbClr val="EAF1F3"/>
          </a:solidFill>
          <a:ln w="12700">
            <a:solidFill>
              <a:srgbClr val="EAF1F3"/>
            </a:solidFill>
            <a:prstDash val="solid"/>
          </a:ln>
        </p:spPr>
      </p:sp>
      <p:sp>
        <p:nvSpPr>
          <p:cNvPr id="6" name="Text 4"/>
          <p:cNvSpPr/>
          <p:nvPr/>
        </p:nvSpPr>
        <p:spPr>
          <a:xfrm>
            <a:off x="932688" y="2560320"/>
            <a:ext cx="2935224" cy="393192"/>
          </a:xfrm>
          <a:prstGeom prst="rect">
            <a:avLst/>
          </a:prstGeom>
          <a:noFill/>
          <a:ln/>
        </p:spPr>
        <p:txBody>
          <a:bodyPr wrap="square" lIns="0" tIns="0" rIns="0" bIns="0" rtlCol="0" anchor="ctr"/>
          <a:lstStyle/>
          <a:p>
            <a:pPr indent="0" marL="0">
              <a:buNone/>
            </a:pPr>
            <a:r>
              <a:rPr lang="en-US" sz="2700" b="1" dirty="0">
                <a:solidFill>
                  <a:srgbClr val="083E4F"/>
                </a:solidFill>
                <a:latin typeface="Arial" pitchFamily="34" charset="0"/>
                <a:ea typeface="Arial" pitchFamily="34" charset="-122"/>
                <a:cs typeface="Arial" pitchFamily="34" charset="-120"/>
              </a:rPr>
              <a:t>Pull request</a:t>
            </a:r>
            <a:endParaRPr lang="en-US" sz="2700" dirty="0"/>
          </a:p>
        </p:txBody>
      </p:sp>
      <p:sp>
        <p:nvSpPr>
          <p:cNvPr id="7" name="Text 5"/>
          <p:cNvSpPr/>
          <p:nvPr/>
        </p:nvSpPr>
        <p:spPr>
          <a:xfrm>
            <a:off x="932688" y="3044952"/>
            <a:ext cx="2935224" cy="329184"/>
          </a:xfrm>
          <a:prstGeom prst="rect">
            <a:avLst/>
          </a:prstGeom>
          <a:noFill/>
          <a:ln/>
        </p:spPr>
        <p:txBody>
          <a:bodyPr wrap="square" lIns="0" tIns="0" rIns="0" bIns="0" rtlCol="0" anchor="ctr"/>
          <a:lstStyle/>
          <a:p>
            <a:pPr indent="0" marL="0">
              <a:buNone/>
            </a:pPr>
            <a:r>
              <a:rPr lang="en-US" sz="1900" dirty="0">
                <a:solidFill>
                  <a:srgbClr val="405965"/>
                </a:solidFill>
                <a:latin typeface="Arial" pitchFamily="34" charset="0"/>
                <a:ea typeface="Arial" pitchFamily="34" charset="-122"/>
                <a:cs typeface="Arial" pitchFamily="34" charset="-120"/>
              </a:rPr>
              <a:t>Code + plan review</a:t>
            </a:r>
            <a:endParaRPr lang="en-US" sz="1900" dirty="0"/>
          </a:p>
        </p:txBody>
      </p:sp>
      <p:sp>
        <p:nvSpPr>
          <p:cNvPr id="8" name="Shape 6"/>
          <p:cNvSpPr/>
          <p:nvPr/>
        </p:nvSpPr>
        <p:spPr>
          <a:xfrm>
            <a:off x="7589520" y="2423160"/>
            <a:ext cx="3794760" cy="1234440"/>
          </a:xfrm>
          <a:prstGeom prst="rect">
            <a:avLst/>
          </a:prstGeom>
          <a:solidFill>
            <a:srgbClr val="EAF1F3"/>
          </a:solidFill>
          <a:ln w="12700">
            <a:solidFill>
              <a:srgbClr val="EAF1F3"/>
            </a:solidFill>
            <a:prstDash val="solid"/>
          </a:ln>
        </p:spPr>
      </p:sp>
      <p:sp>
        <p:nvSpPr>
          <p:cNvPr id="9" name="Text 7"/>
          <p:cNvSpPr/>
          <p:nvPr/>
        </p:nvSpPr>
        <p:spPr>
          <a:xfrm>
            <a:off x="7790688" y="2560320"/>
            <a:ext cx="3392424" cy="393192"/>
          </a:xfrm>
          <a:prstGeom prst="rect">
            <a:avLst/>
          </a:prstGeom>
          <a:noFill/>
          <a:ln/>
        </p:spPr>
        <p:txBody>
          <a:bodyPr wrap="square" lIns="0" tIns="0" rIns="0" bIns="0" rtlCol="0" anchor="ctr"/>
          <a:lstStyle/>
          <a:p>
            <a:pPr indent="0" marL="0">
              <a:buNone/>
            </a:pPr>
            <a:r>
              <a:rPr lang="en-US" sz="2700" b="1" dirty="0">
                <a:solidFill>
                  <a:srgbClr val="083E4F"/>
                </a:solidFill>
                <a:latin typeface="Arial" pitchFamily="34" charset="0"/>
                <a:ea typeface="Arial" pitchFamily="34" charset="-122"/>
                <a:cs typeface="Arial" pitchFamily="34" charset="-120"/>
              </a:rPr>
              <a:t>Atlantis</a:t>
            </a:r>
            <a:endParaRPr lang="en-US" sz="2700" dirty="0"/>
          </a:p>
        </p:txBody>
      </p:sp>
      <p:sp>
        <p:nvSpPr>
          <p:cNvPr id="10" name="Text 8"/>
          <p:cNvSpPr/>
          <p:nvPr/>
        </p:nvSpPr>
        <p:spPr>
          <a:xfrm>
            <a:off x="7790688" y="3044952"/>
            <a:ext cx="3392424" cy="329184"/>
          </a:xfrm>
          <a:prstGeom prst="rect">
            <a:avLst/>
          </a:prstGeom>
          <a:noFill/>
          <a:ln/>
        </p:spPr>
        <p:txBody>
          <a:bodyPr wrap="square" lIns="0" tIns="0" rIns="0" bIns="0" rtlCol="0" anchor="ctr"/>
          <a:lstStyle/>
          <a:p>
            <a:pPr indent="0" marL="0">
              <a:buNone/>
            </a:pPr>
            <a:r>
              <a:rPr lang="en-US" sz="1900" dirty="0">
                <a:solidFill>
                  <a:srgbClr val="405965"/>
                </a:solidFill>
                <a:latin typeface="Arial" pitchFamily="34" charset="0"/>
                <a:ea typeface="Arial" pitchFamily="34" charset="-122"/>
                <a:cs typeface="Arial" pitchFamily="34" charset="-120"/>
              </a:rPr>
              <a:t>PR orchestration</a:t>
            </a:r>
            <a:endParaRPr lang="en-US" sz="1900" dirty="0"/>
          </a:p>
        </p:txBody>
      </p:sp>
      <p:sp>
        <p:nvSpPr>
          <p:cNvPr id="11" name="Shape 9"/>
          <p:cNvSpPr/>
          <p:nvPr/>
        </p:nvSpPr>
        <p:spPr>
          <a:xfrm>
            <a:off x="4251960" y="2788920"/>
            <a:ext cx="3154680" cy="0"/>
          </a:xfrm>
          <a:prstGeom prst="line">
            <a:avLst/>
          </a:prstGeom>
          <a:noFill/>
          <a:ln w="25400">
            <a:solidFill>
              <a:srgbClr val="086679"/>
            </a:solidFill>
            <a:prstDash val="solid"/>
            <a:headEnd type="none"/>
            <a:tailEnd type="triangle"/>
          </a:ln>
        </p:spPr>
      </p:sp>
      <p:sp>
        <p:nvSpPr>
          <p:cNvPr id="12" name="Text 10"/>
          <p:cNvSpPr/>
          <p:nvPr/>
        </p:nvSpPr>
        <p:spPr>
          <a:xfrm>
            <a:off x="4160520" y="2286000"/>
            <a:ext cx="3337560" cy="411480"/>
          </a:xfrm>
          <a:prstGeom prst="rect">
            <a:avLst/>
          </a:prstGeom>
          <a:noFill/>
          <a:ln/>
        </p:spPr>
        <p:txBody>
          <a:bodyPr wrap="square" lIns="0" tIns="0" rIns="0" bIns="0" rtlCol="0" anchor="ctr"/>
          <a:lstStyle/>
          <a:p>
            <a:pPr algn="ctr" indent="0" marL="0">
              <a:buNone/>
            </a:pPr>
            <a:r>
              <a:rPr lang="en-US" sz="2100" dirty="0">
                <a:solidFill>
                  <a:srgbClr val="086679"/>
                </a:solidFill>
                <a:latin typeface="Arial" pitchFamily="34" charset="0"/>
                <a:ea typeface="Arial" pitchFamily="34" charset="-122"/>
                <a:cs typeface="Arial" pitchFamily="34" charset="-120"/>
              </a:rPr>
              <a:t>Webhook · apply request</a:t>
            </a:r>
            <a:endParaRPr lang="en-US" sz="2100" dirty="0"/>
          </a:p>
        </p:txBody>
      </p:sp>
      <p:sp>
        <p:nvSpPr>
          <p:cNvPr id="13" name="Shape 11"/>
          <p:cNvSpPr/>
          <p:nvPr/>
        </p:nvSpPr>
        <p:spPr>
          <a:xfrm>
            <a:off x="7406640" y="3566160"/>
            <a:ext cx="-3154680" cy="0"/>
          </a:xfrm>
          <a:prstGeom prst="line">
            <a:avLst/>
          </a:prstGeom>
          <a:noFill/>
          <a:ln w="25400">
            <a:solidFill>
              <a:srgbClr val="086679"/>
            </a:solidFill>
            <a:prstDash val="solid"/>
            <a:headEnd type="none"/>
            <a:tailEnd type="triangle"/>
          </a:ln>
        </p:spPr>
      </p:sp>
      <p:sp>
        <p:nvSpPr>
          <p:cNvPr id="14" name="Text 12"/>
          <p:cNvSpPr/>
          <p:nvPr/>
        </p:nvSpPr>
        <p:spPr>
          <a:xfrm>
            <a:off x="4160520" y="3063240"/>
            <a:ext cx="3337560" cy="411480"/>
          </a:xfrm>
          <a:prstGeom prst="rect">
            <a:avLst/>
          </a:prstGeom>
          <a:noFill/>
          <a:ln/>
        </p:spPr>
        <p:txBody>
          <a:bodyPr wrap="square" lIns="0" tIns="0" rIns="0" bIns="0" rtlCol="0" anchor="ctr"/>
          <a:lstStyle/>
          <a:p>
            <a:pPr algn="ctr" indent="0" marL="0">
              <a:buNone/>
            </a:pPr>
            <a:r>
              <a:rPr lang="en-US" sz="2100" dirty="0">
                <a:solidFill>
                  <a:srgbClr val="086679"/>
                </a:solidFill>
                <a:latin typeface="Arial" pitchFamily="34" charset="0"/>
                <a:ea typeface="Arial" pitchFamily="34" charset="-122"/>
                <a:cs typeface="Arial" pitchFamily="34" charset="-120"/>
              </a:rPr>
              <a:t>Plan + apply results</a:t>
            </a:r>
            <a:endParaRPr lang="en-US" sz="2100" dirty="0"/>
          </a:p>
        </p:txBody>
      </p:sp>
      <p:sp>
        <p:nvSpPr>
          <p:cNvPr id="15" name="Text 13"/>
          <p:cNvSpPr/>
          <p:nvPr/>
        </p:nvSpPr>
        <p:spPr>
          <a:xfrm>
            <a:off x="7589520" y="3822192"/>
            <a:ext cx="3794760" cy="365760"/>
          </a:xfrm>
          <a:prstGeom prst="rect">
            <a:avLst/>
          </a:prstGeom>
          <a:noFill/>
          <a:ln/>
        </p:spPr>
        <p:txBody>
          <a:bodyPr wrap="square" lIns="0" tIns="0" rIns="0" bIns="0" rtlCol="0" anchor="ctr"/>
          <a:lstStyle/>
          <a:p>
            <a:pPr algn="ctr" indent="0" marL="0">
              <a:buNone/>
            </a:pPr>
            <a:r>
              <a:rPr lang="en-US" sz="2200" dirty="0">
                <a:solidFill>
                  <a:srgbClr val="086679"/>
                </a:solidFill>
                <a:latin typeface="Arial" pitchFamily="34" charset="0"/>
                <a:ea typeface="Arial" pitchFamily="34" charset="-122"/>
                <a:cs typeface="Arial" pitchFamily="34" charset="-120"/>
              </a:rPr>
              <a:t>Configured requirements</a:t>
            </a:r>
            <a:endParaRPr lang="en-US" sz="2200" dirty="0"/>
          </a:p>
        </p:txBody>
      </p:sp>
      <p:sp>
        <p:nvSpPr>
          <p:cNvPr id="16" name="Shape 14"/>
          <p:cNvSpPr/>
          <p:nvPr/>
        </p:nvSpPr>
        <p:spPr>
          <a:xfrm>
            <a:off x="9491472" y="4370832"/>
            <a:ext cx="0" cy="347472"/>
          </a:xfrm>
          <a:prstGeom prst="line">
            <a:avLst/>
          </a:prstGeom>
          <a:noFill/>
          <a:ln w="25400">
            <a:solidFill>
              <a:srgbClr val="086679"/>
            </a:solidFill>
            <a:prstDash val="solid"/>
            <a:headEnd type="none"/>
            <a:tailEnd type="triangle"/>
          </a:ln>
        </p:spPr>
      </p:sp>
      <p:sp>
        <p:nvSpPr>
          <p:cNvPr id="17" name="Text 15"/>
          <p:cNvSpPr/>
          <p:nvPr/>
        </p:nvSpPr>
        <p:spPr>
          <a:xfrm>
            <a:off x="7498080" y="4800600"/>
            <a:ext cx="3977640" cy="457200"/>
          </a:xfrm>
          <a:prstGeom prst="rect">
            <a:avLst/>
          </a:prstGeom>
          <a:noFill/>
          <a:ln/>
        </p:spPr>
        <p:txBody>
          <a:bodyPr wrap="square" lIns="0" tIns="0" rIns="0" bIns="0" rtlCol="0" anchor="ctr"/>
          <a:lstStyle/>
          <a:p>
            <a:pPr algn="ctr" indent="0" marL="0">
              <a:buNone/>
            </a:pPr>
            <a:r>
              <a:rPr lang="en-US" sz="2600" b="1" dirty="0">
                <a:solidFill>
                  <a:srgbClr val="083E4F"/>
                </a:solidFill>
                <a:latin typeface="Arial" pitchFamily="34" charset="0"/>
                <a:ea typeface="Arial" pitchFamily="34" charset="-122"/>
                <a:cs typeface="Arial" pitchFamily="34" charset="-120"/>
              </a:rPr>
              <a:t>Terraform / OpenTofu</a:t>
            </a:r>
            <a:endParaRPr lang="en-US" sz="2600" dirty="0"/>
          </a:p>
        </p:txBody>
      </p:sp>
      <p:sp>
        <p:nvSpPr>
          <p:cNvPr id="18" name="Text 16"/>
          <p:cNvSpPr/>
          <p:nvPr/>
        </p:nvSpPr>
        <p:spPr>
          <a:xfrm>
            <a:off x="7388352" y="5394960"/>
            <a:ext cx="4206240" cy="365760"/>
          </a:xfrm>
          <a:prstGeom prst="rect">
            <a:avLst/>
          </a:prstGeom>
          <a:noFill/>
          <a:ln/>
        </p:spPr>
        <p:txBody>
          <a:bodyPr wrap="square" lIns="0" tIns="0" rIns="0" bIns="0" rtlCol="0" anchor="ctr"/>
          <a:lstStyle/>
          <a:p>
            <a:pPr algn="ctr" indent="0" marL="0">
              <a:buNone/>
            </a:pPr>
            <a:r>
              <a:rPr lang="en-US" sz="2100" dirty="0">
                <a:solidFill>
                  <a:srgbClr val="405965"/>
                </a:solidFill>
                <a:latin typeface="Arial" pitchFamily="34" charset="0"/>
                <a:ea typeface="Arial" pitchFamily="34" charset="-122"/>
                <a:cs typeface="Arial" pitchFamily="34" charset="-120"/>
              </a:rPr>
              <a:t>Providers · state · infrastructure</a:t>
            </a:r>
            <a:endParaRPr lang="en-US" sz="2100" dirty="0"/>
          </a:p>
        </p:txBody>
      </p:sp>
      <p:sp>
        <p:nvSpPr>
          <p:cNvPr id="19" name="Shape 17"/>
          <p:cNvSpPr/>
          <p:nvPr/>
        </p:nvSpPr>
        <p:spPr>
          <a:xfrm>
            <a:off x="914400" y="3977640"/>
            <a:ext cx="0" cy="1353312"/>
          </a:xfrm>
          <a:prstGeom prst="line">
            <a:avLst/>
          </a:prstGeom>
          <a:noFill/>
          <a:ln w="25400">
            <a:solidFill>
              <a:srgbClr val="A6BAC1"/>
            </a:solidFill>
            <a:prstDash val="solid"/>
            <a:headEnd type="none"/>
            <a:tailEnd type="none"/>
          </a:ln>
        </p:spPr>
      </p:sp>
      <p:sp>
        <p:nvSpPr>
          <p:cNvPr id="20" name="Text 18"/>
          <p:cNvSpPr/>
          <p:nvPr/>
        </p:nvSpPr>
        <p:spPr>
          <a:xfrm>
            <a:off x="1188720" y="4370832"/>
            <a:ext cx="5669280" cy="960120"/>
          </a:xfrm>
          <a:prstGeom prst="rect">
            <a:avLst/>
          </a:prstGeom>
          <a:noFill/>
          <a:ln/>
        </p:spPr>
        <p:txBody>
          <a:bodyPr wrap="square" lIns="0" tIns="0" rIns="0" bIns="0" rtlCol="0" anchor="ctr"/>
          <a:lstStyle/>
          <a:p>
            <a:pPr indent="0" marL="0">
              <a:buNone/>
            </a:pPr>
            <a:r>
              <a:rPr lang="en-US" sz="3100" b="1" dirty="0">
                <a:solidFill>
                  <a:srgbClr val="086679"/>
                </a:solidFill>
                <a:latin typeface="Arial" pitchFamily="34" charset="0"/>
                <a:ea typeface="Arial" pitchFamily="34" charset="-122"/>
                <a:cs typeface="Arial" pitchFamily="34" charset="-120"/>
              </a:rPr>
              <a:t>Results stay with</a:t>
            </a:r>
            <a:endParaRPr lang="en-US" sz="3100" dirty="0"/>
          </a:p>
          <a:p>
            <a:pPr indent="0" marL="0">
              <a:buNone/>
            </a:pPr>
            <a:r>
              <a:rPr lang="en-US" sz="3100" b="1" dirty="0">
                <a:solidFill>
                  <a:srgbClr val="086679"/>
                </a:solidFill>
                <a:latin typeface="Arial" pitchFamily="34" charset="0"/>
                <a:ea typeface="Arial" pitchFamily="34" charset="-122"/>
                <a:cs typeface="Arial" pitchFamily="34" charset="-120"/>
              </a:rPr>
              <a:t>the pull request.</a:t>
            </a:r>
            <a:endParaRPr lang="en-US" sz="3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ENGINEER EXPERIENCE</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One change. One PR conversation.</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03</a:t>
            </a:r>
            <a:endParaRPr lang="en-US" sz="1200" dirty="0"/>
          </a:p>
        </p:txBody>
      </p:sp>
      <p:sp>
        <p:nvSpPr>
          <p:cNvPr id="5" name="Text 3"/>
          <p:cNvSpPr/>
          <p:nvPr/>
        </p:nvSpPr>
        <p:spPr>
          <a:xfrm>
            <a:off x="804672" y="2148840"/>
            <a:ext cx="10789920" cy="457200"/>
          </a:xfrm>
          <a:prstGeom prst="rect">
            <a:avLst/>
          </a:prstGeom>
          <a:noFill/>
          <a:ln/>
        </p:spPr>
        <p:txBody>
          <a:bodyPr wrap="square" lIns="0" tIns="0" rIns="0" bIns="0" rtlCol="0" anchor="ctr"/>
          <a:lstStyle/>
          <a:p>
            <a:pPr indent="0" marL="0">
              <a:buNone/>
            </a:pPr>
            <a:r>
              <a:rPr lang="en-US" sz="2800" b="1" dirty="0">
                <a:solidFill>
                  <a:srgbClr val="083E4F"/>
                </a:solidFill>
                <a:latin typeface="Arial" pitchFamily="34" charset="0"/>
                <a:ea typeface="Arial" pitchFamily="34" charset="-122"/>
                <a:cs typeface="Arial" pitchFamily="34" charset="-120"/>
              </a:rPr>
              <a:t>infra: resize production database</a:t>
            </a:r>
            <a:endParaRPr lang="en-US" sz="2800" dirty="0"/>
          </a:p>
        </p:txBody>
      </p:sp>
      <p:sp>
        <p:nvSpPr>
          <p:cNvPr id="6" name="Shape 4"/>
          <p:cNvSpPr/>
          <p:nvPr/>
        </p:nvSpPr>
        <p:spPr>
          <a:xfrm>
            <a:off x="987552" y="2926080"/>
            <a:ext cx="0" cy="2130552"/>
          </a:xfrm>
          <a:prstGeom prst="line">
            <a:avLst/>
          </a:prstGeom>
          <a:noFill/>
          <a:ln w="25400">
            <a:solidFill>
              <a:srgbClr val="A6BAC1"/>
            </a:solidFill>
            <a:prstDash val="solid"/>
            <a:headEnd type="none"/>
            <a:tailEnd type="none"/>
          </a:ln>
        </p:spPr>
      </p:sp>
      <p:sp>
        <p:nvSpPr>
          <p:cNvPr id="7" name="Shape 5"/>
          <p:cNvSpPr/>
          <p:nvPr/>
        </p:nvSpPr>
        <p:spPr>
          <a:xfrm>
            <a:off x="886968" y="2862072"/>
            <a:ext cx="201168" cy="201168"/>
          </a:xfrm>
          <a:prstGeom prst="ellipse">
            <a:avLst/>
          </a:prstGeom>
          <a:solidFill>
            <a:srgbClr val="086679"/>
          </a:solidFill>
          <a:ln w="12700">
            <a:solidFill>
              <a:srgbClr val="086679"/>
            </a:solidFill>
            <a:prstDash val="solid"/>
          </a:ln>
        </p:spPr>
      </p:sp>
      <p:sp>
        <p:nvSpPr>
          <p:cNvPr id="8" name="Text 6"/>
          <p:cNvSpPr/>
          <p:nvPr/>
        </p:nvSpPr>
        <p:spPr>
          <a:xfrm>
            <a:off x="1353312" y="2761488"/>
            <a:ext cx="1645920" cy="411480"/>
          </a:xfrm>
          <a:prstGeom prst="rect">
            <a:avLst/>
          </a:prstGeom>
          <a:noFill/>
          <a:ln/>
        </p:spPr>
        <p:txBody>
          <a:bodyPr wrap="square" lIns="0" tIns="0" rIns="0" bIns="0" rtlCol="0" anchor="ctr"/>
          <a:lstStyle/>
          <a:p>
            <a:pPr indent="0" marL="0">
              <a:buNone/>
            </a:pPr>
            <a:r>
              <a:rPr lang="en-US" sz="2200" dirty="0">
                <a:solidFill>
                  <a:srgbClr val="405965"/>
                </a:solidFill>
                <a:latin typeface="Arial" pitchFamily="34" charset="0"/>
                <a:ea typeface="Arial" pitchFamily="34" charset="-122"/>
                <a:cs typeface="Arial" pitchFamily="34" charset="-120"/>
              </a:rPr>
              <a:t>Atlantis</a:t>
            </a:r>
            <a:endParaRPr lang="en-US" sz="2200" dirty="0"/>
          </a:p>
        </p:txBody>
      </p:sp>
      <p:sp>
        <p:nvSpPr>
          <p:cNvPr id="9" name="Shape 7"/>
          <p:cNvSpPr/>
          <p:nvPr/>
        </p:nvSpPr>
        <p:spPr>
          <a:xfrm>
            <a:off x="3063240" y="2688336"/>
            <a:ext cx="8183880" cy="530352"/>
          </a:xfrm>
          <a:prstGeom prst="rect">
            <a:avLst/>
          </a:prstGeom>
          <a:solidFill>
            <a:srgbClr val="EAF1F3"/>
          </a:solidFill>
          <a:ln w="12700">
            <a:solidFill>
              <a:srgbClr val="EAF1F3"/>
            </a:solidFill>
            <a:prstDash val="solid"/>
          </a:ln>
        </p:spPr>
      </p:sp>
      <p:sp>
        <p:nvSpPr>
          <p:cNvPr id="10" name="Text 8"/>
          <p:cNvSpPr/>
          <p:nvPr/>
        </p:nvSpPr>
        <p:spPr>
          <a:xfrm>
            <a:off x="3246120" y="2761488"/>
            <a:ext cx="7863840" cy="411480"/>
          </a:xfrm>
          <a:prstGeom prst="rect">
            <a:avLst/>
          </a:prstGeom>
          <a:noFill/>
          <a:ln/>
        </p:spPr>
        <p:txBody>
          <a:bodyPr wrap="square" lIns="0" tIns="0" rIns="0" bIns="0" rtlCol="0" anchor="ctr"/>
          <a:lstStyle/>
          <a:p>
            <a:pPr indent="0" marL="0">
              <a:buNone/>
            </a:pPr>
            <a:r>
              <a:rPr lang="en-US" sz="2500" b="1" dirty="0">
                <a:solidFill>
                  <a:srgbClr val="083E4F"/>
                </a:solidFill>
                <a:latin typeface="Arial" pitchFamily="34" charset="0"/>
                <a:ea typeface="Arial" pitchFamily="34" charset="-122"/>
                <a:cs typeface="Arial" pitchFamily="34" charset="-120"/>
              </a:rPr>
              <a:t>Plan: 0 to add, 1 to change, 0 to destroy</a:t>
            </a:r>
            <a:endParaRPr lang="en-US" sz="2500" dirty="0"/>
          </a:p>
        </p:txBody>
      </p:sp>
      <p:sp>
        <p:nvSpPr>
          <p:cNvPr id="11" name="Shape 9"/>
          <p:cNvSpPr/>
          <p:nvPr/>
        </p:nvSpPr>
        <p:spPr>
          <a:xfrm>
            <a:off x="886968" y="3566160"/>
            <a:ext cx="201168" cy="201168"/>
          </a:xfrm>
          <a:prstGeom prst="ellipse">
            <a:avLst/>
          </a:prstGeom>
          <a:solidFill>
            <a:srgbClr val="086679"/>
          </a:solidFill>
          <a:ln w="12700">
            <a:solidFill>
              <a:srgbClr val="086679"/>
            </a:solidFill>
            <a:prstDash val="solid"/>
          </a:ln>
        </p:spPr>
      </p:sp>
      <p:sp>
        <p:nvSpPr>
          <p:cNvPr id="12" name="Text 10"/>
          <p:cNvSpPr/>
          <p:nvPr/>
        </p:nvSpPr>
        <p:spPr>
          <a:xfrm>
            <a:off x="1353312" y="3465576"/>
            <a:ext cx="1645920" cy="411480"/>
          </a:xfrm>
          <a:prstGeom prst="rect">
            <a:avLst/>
          </a:prstGeom>
          <a:noFill/>
          <a:ln/>
        </p:spPr>
        <p:txBody>
          <a:bodyPr wrap="square" lIns="0" tIns="0" rIns="0" bIns="0" rtlCol="0" anchor="ctr"/>
          <a:lstStyle/>
          <a:p>
            <a:pPr indent="0" marL="0">
              <a:buNone/>
            </a:pPr>
            <a:r>
              <a:rPr lang="en-US" sz="2200" dirty="0">
                <a:solidFill>
                  <a:srgbClr val="405965"/>
                </a:solidFill>
                <a:latin typeface="Arial" pitchFamily="34" charset="0"/>
                <a:ea typeface="Arial" pitchFamily="34" charset="-122"/>
                <a:cs typeface="Arial" pitchFamily="34" charset="-120"/>
              </a:rPr>
              <a:t>Reviewer</a:t>
            </a:r>
            <a:endParaRPr lang="en-US" sz="2200" dirty="0"/>
          </a:p>
        </p:txBody>
      </p:sp>
      <p:sp>
        <p:nvSpPr>
          <p:cNvPr id="13" name="Text 11"/>
          <p:cNvSpPr/>
          <p:nvPr/>
        </p:nvSpPr>
        <p:spPr>
          <a:xfrm>
            <a:off x="3246120" y="3465576"/>
            <a:ext cx="7863840" cy="411480"/>
          </a:xfrm>
          <a:prstGeom prst="rect">
            <a:avLst/>
          </a:prstGeom>
          <a:noFill/>
          <a:ln/>
        </p:spPr>
        <p:txBody>
          <a:bodyPr wrap="square" lIns="0" tIns="0" rIns="0" bIns="0" rtlCol="0" anchor="ctr"/>
          <a:lstStyle/>
          <a:p>
            <a:pPr indent="0" marL="0">
              <a:buNone/>
            </a:pPr>
            <a:r>
              <a:rPr lang="en-US" sz="2500" dirty="0">
                <a:solidFill>
                  <a:srgbClr val="083E4F"/>
                </a:solidFill>
                <a:latin typeface="Arial" pitchFamily="34" charset="0"/>
                <a:ea typeface="Arial" pitchFamily="34" charset="-122"/>
                <a:cs typeface="Arial" pitchFamily="34" charset="-120"/>
              </a:rPr>
              <a:t>Approved</a:t>
            </a:r>
            <a:endParaRPr lang="en-US" sz="2500" dirty="0"/>
          </a:p>
        </p:txBody>
      </p:sp>
      <p:sp>
        <p:nvSpPr>
          <p:cNvPr id="14" name="Shape 12"/>
          <p:cNvSpPr/>
          <p:nvPr/>
        </p:nvSpPr>
        <p:spPr>
          <a:xfrm>
            <a:off x="886968" y="4270248"/>
            <a:ext cx="201168" cy="201168"/>
          </a:xfrm>
          <a:prstGeom prst="ellipse">
            <a:avLst/>
          </a:prstGeom>
          <a:solidFill>
            <a:srgbClr val="086679"/>
          </a:solidFill>
          <a:ln w="12700">
            <a:solidFill>
              <a:srgbClr val="086679"/>
            </a:solidFill>
            <a:prstDash val="solid"/>
          </a:ln>
        </p:spPr>
      </p:sp>
      <p:sp>
        <p:nvSpPr>
          <p:cNvPr id="15" name="Text 13"/>
          <p:cNvSpPr/>
          <p:nvPr/>
        </p:nvSpPr>
        <p:spPr>
          <a:xfrm>
            <a:off x="1353312" y="4169664"/>
            <a:ext cx="1645920" cy="411480"/>
          </a:xfrm>
          <a:prstGeom prst="rect">
            <a:avLst/>
          </a:prstGeom>
          <a:noFill/>
          <a:ln/>
        </p:spPr>
        <p:txBody>
          <a:bodyPr wrap="square" lIns="0" tIns="0" rIns="0" bIns="0" rtlCol="0" anchor="ctr"/>
          <a:lstStyle/>
          <a:p>
            <a:pPr indent="0" marL="0">
              <a:buNone/>
            </a:pPr>
            <a:r>
              <a:rPr lang="en-US" sz="2200" dirty="0">
                <a:solidFill>
                  <a:srgbClr val="405965"/>
                </a:solidFill>
                <a:latin typeface="Arial" pitchFamily="34" charset="0"/>
                <a:ea typeface="Arial" pitchFamily="34" charset="-122"/>
                <a:cs typeface="Arial" pitchFamily="34" charset="-120"/>
              </a:rPr>
              <a:t>Rui</a:t>
            </a:r>
            <a:endParaRPr lang="en-US" sz="2200" dirty="0"/>
          </a:p>
        </p:txBody>
      </p:sp>
      <p:sp>
        <p:nvSpPr>
          <p:cNvPr id="16" name="Shape 14"/>
          <p:cNvSpPr/>
          <p:nvPr/>
        </p:nvSpPr>
        <p:spPr>
          <a:xfrm>
            <a:off x="3063240" y="4096512"/>
            <a:ext cx="8183880" cy="530352"/>
          </a:xfrm>
          <a:prstGeom prst="rect">
            <a:avLst/>
          </a:prstGeom>
          <a:solidFill>
            <a:srgbClr val="EAF1F3"/>
          </a:solidFill>
          <a:ln w="12700">
            <a:solidFill>
              <a:srgbClr val="EAF1F3"/>
            </a:solidFill>
            <a:prstDash val="solid"/>
          </a:ln>
        </p:spPr>
      </p:sp>
      <p:sp>
        <p:nvSpPr>
          <p:cNvPr id="17" name="Text 15"/>
          <p:cNvSpPr/>
          <p:nvPr/>
        </p:nvSpPr>
        <p:spPr>
          <a:xfrm>
            <a:off x="3246120" y="4169664"/>
            <a:ext cx="7863840" cy="411480"/>
          </a:xfrm>
          <a:prstGeom prst="rect">
            <a:avLst/>
          </a:prstGeom>
          <a:noFill/>
          <a:ln/>
        </p:spPr>
        <p:txBody>
          <a:bodyPr wrap="square" lIns="0" tIns="0" rIns="0" bIns="0" rtlCol="0" anchor="ctr"/>
          <a:lstStyle/>
          <a:p>
            <a:pPr indent="0" marL="0">
              <a:buNone/>
            </a:pPr>
            <a:r>
              <a:rPr lang="en-US" sz="2500" b="1" dirty="0">
                <a:solidFill>
                  <a:srgbClr val="083E4F"/>
                </a:solidFill>
                <a:latin typeface="Arial" pitchFamily="34" charset="0"/>
                <a:ea typeface="Arial" pitchFamily="34" charset="-122"/>
                <a:cs typeface="Arial" pitchFamily="34" charset="-120"/>
              </a:rPr>
              <a:t>atlantis apply</a:t>
            </a:r>
            <a:endParaRPr lang="en-US" sz="2500" dirty="0"/>
          </a:p>
        </p:txBody>
      </p:sp>
      <p:sp>
        <p:nvSpPr>
          <p:cNvPr id="18" name="Shape 16"/>
          <p:cNvSpPr/>
          <p:nvPr/>
        </p:nvSpPr>
        <p:spPr>
          <a:xfrm>
            <a:off x="886968" y="4974336"/>
            <a:ext cx="201168" cy="201168"/>
          </a:xfrm>
          <a:prstGeom prst="ellipse">
            <a:avLst/>
          </a:prstGeom>
          <a:solidFill>
            <a:srgbClr val="086679"/>
          </a:solidFill>
          <a:ln w="12700">
            <a:solidFill>
              <a:srgbClr val="086679"/>
            </a:solidFill>
            <a:prstDash val="solid"/>
          </a:ln>
        </p:spPr>
      </p:sp>
      <p:sp>
        <p:nvSpPr>
          <p:cNvPr id="19" name="Text 17"/>
          <p:cNvSpPr/>
          <p:nvPr/>
        </p:nvSpPr>
        <p:spPr>
          <a:xfrm>
            <a:off x="1353312" y="4873752"/>
            <a:ext cx="1645920" cy="411480"/>
          </a:xfrm>
          <a:prstGeom prst="rect">
            <a:avLst/>
          </a:prstGeom>
          <a:noFill/>
          <a:ln/>
        </p:spPr>
        <p:txBody>
          <a:bodyPr wrap="square" lIns="0" tIns="0" rIns="0" bIns="0" rtlCol="0" anchor="ctr"/>
          <a:lstStyle/>
          <a:p>
            <a:pPr indent="0" marL="0">
              <a:buNone/>
            </a:pPr>
            <a:r>
              <a:rPr lang="en-US" sz="2200" dirty="0">
                <a:solidFill>
                  <a:srgbClr val="405965"/>
                </a:solidFill>
                <a:latin typeface="Arial" pitchFamily="34" charset="0"/>
                <a:ea typeface="Arial" pitchFamily="34" charset="-122"/>
                <a:cs typeface="Arial" pitchFamily="34" charset="-120"/>
              </a:rPr>
              <a:t>Atlantis</a:t>
            </a:r>
            <a:endParaRPr lang="en-US" sz="2200" dirty="0"/>
          </a:p>
        </p:txBody>
      </p:sp>
      <p:sp>
        <p:nvSpPr>
          <p:cNvPr id="20" name="Text 18"/>
          <p:cNvSpPr/>
          <p:nvPr/>
        </p:nvSpPr>
        <p:spPr>
          <a:xfrm>
            <a:off x="3246120" y="4873752"/>
            <a:ext cx="7863840" cy="411480"/>
          </a:xfrm>
          <a:prstGeom prst="rect">
            <a:avLst/>
          </a:prstGeom>
          <a:noFill/>
          <a:ln/>
        </p:spPr>
        <p:txBody>
          <a:bodyPr wrap="square" lIns="0" tIns="0" rIns="0" bIns="0" rtlCol="0" anchor="ctr"/>
          <a:lstStyle/>
          <a:p>
            <a:pPr indent="0" marL="0">
              <a:buNone/>
            </a:pPr>
            <a:r>
              <a:rPr lang="en-US" sz="2500" dirty="0">
                <a:solidFill>
                  <a:srgbClr val="083E4F"/>
                </a:solidFill>
                <a:latin typeface="Arial" pitchFamily="34" charset="0"/>
                <a:ea typeface="Arial" pitchFamily="34" charset="-122"/>
                <a:cs typeface="Arial" pitchFamily="34" charset="-120"/>
              </a:rPr>
              <a:t>Apply complete.</a:t>
            </a:r>
            <a:endParaRPr lang="en-US" sz="2500" dirty="0"/>
          </a:p>
        </p:txBody>
      </p:sp>
      <p:sp>
        <p:nvSpPr>
          <p:cNvPr id="21" name="Text 19"/>
          <p:cNvSpPr/>
          <p:nvPr/>
        </p:nvSpPr>
        <p:spPr>
          <a:xfrm>
            <a:off x="804672" y="5650992"/>
            <a:ext cx="10698480" cy="320040"/>
          </a:xfrm>
          <a:prstGeom prst="rect">
            <a:avLst/>
          </a:prstGeom>
          <a:noFill/>
          <a:ln/>
        </p:spPr>
        <p:txBody>
          <a:bodyPr wrap="square" lIns="0" tIns="0" rIns="0" bIns="0" rtlCol="0" anchor="ctr"/>
          <a:lstStyle/>
          <a:p>
            <a:pPr indent="0" marL="0">
              <a:buNone/>
            </a:pPr>
            <a:r>
              <a:rPr lang="en-US" sz="1800" dirty="0">
                <a:solidFill>
                  <a:srgbClr val="405965"/>
                </a:solidFill>
                <a:latin typeface="Arial" pitchFamily="34" charset="0"/>
                <a:ea typeface="Arial" pitchFamily="34" charset="-122"/>
                <a:cs typeface="Arial" pitchFamily="34" charset="-120"/>
              </a:rPr>
              <a:t>Illustrative PR · approval requirement configured · apply before merge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PLATFORM TEAMS</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Shared review. Controlled execution.</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04</a:t>
            </a:r>
            <a:endParaRPr lang="en-US" sz="1200" dirty="0"/>
          </a:p>
        </p:txBody>
      </p:sp>
      <p:sp>
        <p:nvSpPr>
          <p:cNvPr id="5" name="Shape 3"/>
          <p:cNvSpPr/>
          <p:nvPr/>
        </p:nvSpPr>
        <p:spPr>
          <a:xfrm>
            <a:off x="877824" y="2587752"/>
            <a:ext cx="219456" cy="219456"/>
          </a:xfrm>
          <a:prstGeom prst="ellipse">
            <a:avLst/>
          </a:prstGeom>
          <a:solidFill>
            <a:srgbClr val="086679"/>
          </a:solidFill>
          <a:ln w="12700">
            <a:solidFill>
              <a:srgbClr val="086679"/>
            </a:solidFill>
            <a:prstDash val="solid"/>
          </a:ln>
        </p:spPr>
      </p:sp>
      <p:sp>
        <p:nvSpPr>
          <p:cNvPr id="6" name="Shape 4"/>
          <p:cNvSpPr/>
          <p:nvPr/>
        </p:nvSpPr>
        <p:spPr>
          <a:xfrm>
            <a:off x="987552" y="2880360"/>
            <a:ext cx="0" cy="649224"/>
          </a:xfrm>
          <a:prstGeom prst="line">
            <a:avLst/>
          </a:prstGeom>
          <a:noFill/>
          <a:ln w="25400">
            <a:solidFill>
              <a:srgbClr val="086679"/>
            </a:solidFill>
            <a:prstDash val="solid"/>
            <a:headEnd type="none"/>
            <a:tailEnd type="triangle"/>
          </a:ln>
        </p:spPr>
      </p:sp>
      <p:sp>
        <p:nvSpPr>
          <p:cNvPr id="7" name="Text 5"/>
          <p:cNvSpPr/>
          <p:nvPr/>
        </p:nvSpPr>
        <p:spPr>
          <a:xfrm>
            <a:off x="1417320" y="2423160"/>
            <a:ext cx="3246120" cy="502920"/>
          </a:xfrm>
          <a:prstGeom prst="rect">
            <a:avLst/>
          </a:prstGeom>
          <a:noFill/>
          <a:ln/>
        </p:spPr>
        <p:txBody>
          <a:bodyPr wrap="square" lIns="0" tIns="0" rIns="0" bIns="0" rtlCol="0" anchor="ctr"/>
          <a:lstStyle/>
          <a:p>
            <a:pPr indent="0" marL="0">
              <a:buNone/>
            </a:pPr>
            <a:r>
              <a:rPr lang="en-US" sz="2900" b="1" dirty="0">
                <a:solidFill>
                  <a:srgbClr val="086679"/>
                </a:solidFill>
                <a:latin typeface="Arial" pitchFamily="34" charset="0"/>
                <a:ea typeface="Arial" pitchFamily="34" charset="-122"/>
                <a:cs typeface="Arial" pitchFamily="34" charset="-120"/>
              </a:rPr>
              <a:t>Collaborative</a:t>
            </a:r>
            <a:endParaRPr lang="en-US" sz="2900" dirty="0"/>
          </a:p>
        </p:txBody>
      </p:sp>
      <p:sp>
        <p:nvSpPr>
          <p:cNvPr id="8" name="Text 6"/>
          <p:cNvSpPr/>
          <p:nvPr/>
        </p:nvSpPr>
        <p:spPr>
          <a:xfrm>
            <a:off x="4892040" y="2423160"/>
            <a:ext cx="6400800" cy="548640"/>
          </a:xfrm>
          <a:prstGeom prst="rect">
            <a:avLst/>
          </a:prstGeom>
          <a:noFill/>
          <a:ln/>
        </p:spPr>
        <p:txBody>
          <a:bodyPr wrap="square" lIns="0" tIns="0" rIns="0" bIns="0" rtlCol="0" anchor="ctr"/>
          <a:lstStyle/>
          <a:p>
            <a:pPr indent="0" marL="0">
              <a:buNone/>
            </a:pPr>
            <a:r>
              <a:rPr lang="en-US" sz="2800" dirty="0">
                <a:solidFill>
                  <a:srgbClr val="083E4F"/>
                </a:solidFill>
                <a:latin typeface="Arial" pitchFamily="34" charset="0"/>
                <a:ea typeface="Arial" pitchFamily="34" charset="-122"/>
                <a:cs typeface="Arial" pitchFamily="34" charset="-120"/>
              </a:rPr>
              <a:t>Developers propose</a:t>
            </a:r>
            <a:endParaRPr lang="en-US" sz="2800" dirty="0"/>
          </a:p>
        </p:txBody>
      </p:sp>
      <p:sp>
        <p:nvSpPr>
          <p:cNvPr id="9" name="Shape 7"/>
          <p:cNvSpPr/>
          <p:nvPr/>
        </p:nvSpPr>
        <p:spPr>
          <a:xfrm>
            <a:off x="877824" y="3648456"/>
            <a:ext cx="219456" cy="219456"/>
          </a:xfrm>
          <a:prstGeom prst="ellipse">
            <a:avLst/>
          </a:prstGeom>
          <a:solidFill>
            <a:srgbClr val="086679"/>
          </a:solidFill>
          <a:ln w="12700">
            <a:solidFill>
              <a:srgbClr val="086679"/>
            </a:solidFill>
            <a:prstDash val="solid"/>
          </a:ln>
        </p:spPr>
      </p:sp>
      <p:sp>
        <p:nvSpPr>
          <p:cNvPr id="10" name="Shape 8"/>
          <p:cNvSpPr/>
          <p:nvPr/>
        </p:nvSpPr>
        <p:spPr>
          <a:xfrm>
            <a:off x="987552" y="3941064"/>
            <a:ext cx="0" cy="649224"/>
          </a:xfrm>
          <a:prstGeom prst="line">
            <a:avLst/>
          </a:prstGeom>
          <a:noFill/>
          <a:ln w="25400">
            <a:solidFill>
              <a:srgbClr val="086679"/>
            </a:solidFill>
            <a:prstDash val="solid"/>
            <a:headEnd type="none"/>
            <a:tailEnd type="triangle"/>
          </a:ln>
        </p:spPr>
      </p:sp>
      <p:sp>
        <p:nvSpPr>
          <p:cNvPr id="11" name="Text 9"/>
          <p:cNvSpPr/>
          <p:nvPr/>
        </p:nvSpPr>
        <p:spPr>
          <a:xfrm>
            <a:off x="1417320" y="3483864"/>
            <a:ext cx="3246120" cy="502920"/>
          </a:xfrm>
          <a:prstGeom prst="rect">
            <a:avLst/>
          </a:prstGeom>
          <a:noFill/>
          <a:ln/>
        </p:spPr>
        <p:txBody>
          <a:bodyPr wrap="square" lIns="0" tIns="0" rIns="0" bIns="0" rtlCol="0" anchor="ctr"/>
          <a:lstStyle/>
          <a:p>
            <a:pPr indent="0" marL="0">
              <a:buNone/>
            </a:pPr>
            <a:r>
              <a:rPr lang="en-US" sz="2900" b="1" dirty="0">
                <a:solidFill>
                  <a:srgbClr val="086679"/>
                </a:solidFill>
                <a:latin typeface="Arial" pitchFamily="34" charset="0"/>
                <a:ea typeface="Arial" pitchFamily="34" charset="-122"/>
                <a:cs typeface="Arial" pitchFamily="34" charset="-120"/>
              </a:rPr>
              <a:t>Controlled</a:t>
            </a:r>
            <a:endParaRPr lang="en-US" sz="2900" dirty="0"/>
          </a:p>
        </p:txBody>
      </p:sp>
      <p:sp>
        <p:nvSpPr>
          <p:cNvPr id="12" name="Text 10"/>
          <p:cNvSpPr/>
          <p:nvPr/>
        </p:nvSpPr>
        <p:spPr>
          <a:xfrm>
            <a:off x="4892040" y="3483864"/>
            <a:ext cx="6400800" cy="548640"/>
          </a:xfrm>
          <a:prstGeom prst="rect">
            <a:avLst/>
          </a:prstGeom>
          <a:noFill/>
          <a:ln/>
        </p:spPr>
        <p:txBody>
          <a:bodyPr wrap="square" lIns="0" tIns="0" rIns="0" bIns="0" rtlCol="0" anchor="ctr"/>
          <a:lstStyle/>
          <a:p>
            <a:pPr indent="0" marL="0">
              <a:buNone/>
            </a:pPr>
            <a:r>
              <a:rPr lang="en-US" sz="2800" dirty="0">
                <a:solidFill>
                  <a:srgbClr val="083E4F"/>
                </a:solidFill>
                <a:latin typeface="Arial" pitchFamily="34" charset="0"/>
                <a:ea typeface="Arial" pitchFamily="34" charset="-122"/>
                <a:cs typeface="Arial" pitchFamily="34" charset="-120"/>
              </a:rPr>
              <a:t>Platform rules govern execution</a:t>
            </a:r>
            <a:endParaRPr lang="en-US" sz="2800" dirty="0"/>
          </a:p>
        </p:txBody>
      </p:sp>
      <p:sp>
        <p:nvSpPr>
          <p:cNvPr id="13" name="Shape 11"/>
          <p:cNvSpPr/>
          <p:nvPr/>
        </p:nvSpPr>
        <p:spPr>
          <a:xfrm>
            <a:off x="877824" y="4709160"/>
            <a:ext cx="219456" cy="219456"/>
          </a:xfrm>
          <a:prstGeom prst="ellipse">
            <a:avLst/>
          </a:prstGeom>
          <a:solidFill>
            <a:srgbClr val="086679"/>
          </a:solidFill>
          <a:ln w="12700">
            <a:solidFill>
              <a:srgbClr val="086679"/>
            </a:solidFill>
            <a:prstDash val="solid"/>
          </a:ln>
        </p:spPr>
      </p:sp>
      <p:sp>
        <p:nvSpPr>
          <p:cNvPr id="14" name="Text 12"/>
          <p:cNvSpPr/>
          <p:nvPr/>
        </p:nvSpPr>
        <p:spPr>
          <a:xfrm>
            <a:off x="1417320" y="4544568"/>
            <a:ext cx="3246120" cy="502920"/>
          </a:xfrm>
          <a:prstGeom prst="rect">
            <a:avLst/>
          </a:prstGeom>
          <a:noFill/>
          <a:ln/>
        </p:spPr>
        <p:txBody>
          <a:bodyPr wrap="square" lIns="0" tIns="0" rIns="0" bIns="0" rtlCol="0" anchor="ctr"/>
          <a:lstStyle/>
          <a:p>
            <a:pPr indent="0" marL="0">
              <a:buNone/>
            </a:pPr>
            <a:r>
              <a:rPr lang="en-US" sz="2900" b="1" dirty="0">
                <a:solidFill>
                  <a:srgbClr val="086679"/>
                </a:solidFill>
                <a:latin typeface="Arial" pitchFamily="34" charset="0"/>
                <a:ea typeface="Arial" pitchFamily="34" charset="-122"/>
                <a:cs typeface="Arial" pitchFamily="34" charset="-120"/>
              </a:rPr>
              <a:t>Visible</a:t>
            </a:r>
            <a:endParaRPr lang="en-US" sz="2900" dirty="0"/>
          </a:p>
        </p:txBody>
      </p:sp>
      <p:sp>
        <p:nvSpPr>
          <p:cNvPr id="15" name="Text 13"/>
          <p:cNvSpPr/>
          <p:nvPr/>
        </p:nvSpPr>
        <p:spPr>
          <a:xfrm>
            <a:off x="4892040" y="4544568"/>
            <a:ext cx="6400800" cy="548640"/>
          </a:xfrm>
          <a:prstGeom prst="rect">
            <a:avLst/>
          </a:prstGeom>
          <a:noFill/>
          <a:ln/>
        </p:spPr>
        <p:txBody>
          <a:bodyPr wrap="square" lIns="0" tIns="0" rIns="0" bIns="0" rtlCol="0" anchor="ctr"/>
          <a:lstStyle/>
          <a:p>
            <a:pPr indent="0" marL="0">
              <a:buNone/>
            </a:pPr>
            <a:r>
              <a:rPr lang="en-US" sz="2800" dirty="0">
                <a:solidFill>
                  <a:srgbClr val="083E4F"/>
                </a:solidFill>
                <a:latin typeface="Arial" pitchFamily="34" charset="0"/>
                <a:ea typeface="Arial" pitchFamily="34" charset="-122"/>
                <a:cs typeface="Arial" pitchFamily="34" charset="-120"/>
              </a:rPr>
              <a:t>Plan + result beside the code</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CORE INTEGRATIONS</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Connect Git to your infrastructure tools.</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05</a:t>
            </a:r>
            <a:endParaRPr lang="en-US" sz="1200" dirty="0"/>
          </a:p>
        </p:txBody>
      </p:sp>
      <p:sp>
        <p:nvSpPr>
          <p:cNvPr id="5" name="Text 3"/>
          <p:cNvSpPr/>
          <p:nvPr/>
        </p:nvSpPr>
        <p:spPr>
          <a:xfrm>
            <a:off x="731520" y="2907792"/>
            <a:ext cx="2926080" cy="457200"/>
          </a:xfrm>
          <a:prstGeom prst="rect">
            <a:avLst/>
          </a:prstGeom>
          <a:noFill/>
          <a:ln/>
        </p:spPr>
        <p:txBody>
          <a:bodyPr wrap="square" lIns="0" tIns="0" rIns="0" bIns="0" rtlCol="0" anchor="ctr"/>
          <a:lstStyle/>
          <a:p>
            <a:pPr algn="ctr" indent="0" marL="0">
              <a:buNone/>
            </a:pPr>
            <a:r>
              <a:rPr lang="en-US" sz="2800" b="1" dirty="0">
                <a:solidFill>
                  <a:srgbClr val="083E4F"/>
                </a:solidFill>
                <a:latin typeface="Arial" pitchFamily="34" charset="0"/>
                <a:ea typeface="Arial" pitchFamily="34" charset="-122"/>
                <a:cs typeface="Arial" pitchFamily="34" charset="-120"/>
              </a:rPr>
              <a:t>Git providers</a:t>
            </a:r>
            <a:endParaRPr lang="en-US" sz="2800" dirty="0"/>
          </a:p>
        </p:txBody>
      </p:sp>
      <p:sp>
        <p:nvSpPr>
          <p:cNvPr id="6" name="Text 4"/>
          <p:cNvSpPr/>
          <p:nvPr/>
        </p:nvSpPr>
        <p:spPr>
          <a:xfrm>
            <a:off x="731520" y="3502152"/>
            <a:ext cx="2926080" cy="731520"/>
          </a:xfrm>
          <a:prstGeom prst="rect">
            <a:avLst/>
          </a:prstGeom>
          <a:noFill/>
          <a:ln/>
        </p:spPr>
        <p:txBody>
          <a:bodyPr wrap="square" lIns="0" tIns="0" rIns="0" bIns="0" rtlCol="0" anchor="ctr"/>
          <a:lstStyle/>
          <a:p>
            <a:pPr algn="ctr" indent="0" marL="0">
              <a:buNone/>
            </a:pPr>
            <a:r>
              <a:rPr lang="en-US" sz="2200" dirty="0">
                <a:solidFill>
                  <a:srgbClr val="405965"/>
                </a:solidFill>
                <a:latin typeface="Arial" pitchFamily="34" charset="0"/>
                <a:ea typeface="Arial" pitchFamily="34" charset="-122"/>
                <a:cs typeface="Arial" pitchFamily="34" charset="-120"/>
              </a:rPr>
              <a:t>GitHub · GitLab</a:t>
            </a:r>
            <a:endParaRPr lang="en-US" sz="2200" dirty="0"/>
          </a:p>
        </p:txBody>
      </p:sp>
      <p:sp>
        <p:nvSpPr>
          <p:cNvPr id="7" name="Shape 5"/>
          <p:cNvSpPr/>
          <p:nvPr/>
        </p:nvSpPr>
        <p:spPr>
          <a:xfrm>
            <a:off x="4617720" y="2816352"/>
            <a:ext cx="2971800" cy="1280160"/>
          </a:xfrm>
          <a:prstGeom prst="rect">
            <a:avLst/>
          </a:prstGeom>
          <a:solidFill>
            <a:srgbClr val="EAF1F3"/>
          </a:solidFill>
          <a:ln w="12700">
            <a:solidFill>
              <a:srgbClr val="EAF1F3"/>
            </a:solidFill>
            <a:prstDash val="solid"/>
          </a:ln>
        </p:spPr>
      </p:sp>
      <p:sp>
        <p:nvSpPr>
          <p:cNvPr id="8" name="Text 6"/>
          <p:cNvSpPr/>
          <p:nvPr/>
        </p:nvSpPr>
        <p:spPr>
          <a:xfrm>
            <a:off x="4818888" y="2953512"/>
            <a:ext cx="2569464" cy="393192"/>
          </a:xfrm>
          <a:prstGeom prst="rect">
            <a:avLst/>
          </a:prstGeom>
          <a:noFill/>
          <a:ln/>
        </p:spPr>
        <p:txBody>
          <a:bodyPr wrap="square" lIns="0" tIns="0" rIns="0" bIns="0" rtlCol="0" anchor="ctr"/>
          <a:lstStyle/>
          <a:p>
            <a:pPr indent="0" marL="0">
              <a:buNone/>
            </a:pPr>
            <a:r>
              <a:rPr lang="en-US" sz="2700" b="1" dirty="0">
                <a:solidFill>
                  <a:srgbClr val="083E4F"/>
                </a:solidFill>
                <a:latin typeface="Arial" pitchFamily="34" charset="0"/>
                <a:ea typeface="Arial" pitchFamily="34" charset="-122"/>
                <a:cs typeface="Arial" pitchFamily="34" charset="-120"/>
              </a:rPr>
              <a:t>Atlantis</a:t>
            </a:r>
            <a:endParaRPr lang="en-US" sz="2700" dirty="0"/>
          </a:p>
        </p:txBody>
      </p:sp>
      <p:sp>
        <p:nvSpPr>
          <p:cNvPr id="9" name="Text 7"/>
          <p:cNvSpPr/>
          <p:nvPr/>
        </p:nvSpPr>
        <p:spPr>
          <a:xfrm>
            <a:off x="4818888" y="3438144"/>
            <a:ext cx="2569464" cy="329184"/>
          </a:xfrm>
          <a:prstGeom prst="rect">
            <a:avLst/>
          </a:prstGeom>
          <a:noFill/>
          <a:ln/>
        </p:spPr>
        <p:txBody>
          <a:bodyPr wrap="square" lIns="0" tIns="0" rIns="0" bIns="0" rtlCol="0" anchor="ctr"/>
          <a:lstStyle/>
          <a:p>
            <a:pPr indent="0" marL="0">
              <a:buNone/>
            </a:pPr>
            <a:r>
              <a:rPr lang="en-US" sz="1900" dirty="0">
                <a:solidFill>
                  <a:srgbClr val="405965"/>
                </a:solidFill>
                <a:latin typeface="Arial" pitchFamily="34" charset="0"/>
                <a:ea typeface="Arial" pitchFamily="34" charset="-122"/>
                <a:cs typeface="Arial" pitchFamily="34" charset="-120"/>
              </a:rPr>
              <a:t>PR orchestration</a:t>
            </a:r>
            <a:endParaRPr lang="en-US" sz="1900" dirty="0"/>
          </a:p>
        </p:txBody>
      </p:sp>
      <p:sp>
        <p:nvSpPr>
          <p:cNvPr id="10" name="Text 8"/>
          <p:cNvSpPr/>
          <p:nvPr/>
        </p:nvSpPr>
        <p:spPr>
          <a:xfrm>
            <a:off x="8503920" y="2907792"/>
            <a:ext cx="2971800" cy="457200"/>
          </a:xfrm>
          <a:prstGeom prst="rect">
            <a:avLst/>
          </a:prstGeom>
          <a:noFill/>
          <a:ln/>
        </p:spPr>
        <p:txBody>
          <a:bodyPr wrap="square" lIns="0" tIns="0" rIns="0" bIns="0" rtlCol="0" anchor="ctr"/>
          <a:lstStyle/>
          <a:p>
            <a:pPr algn="ctr" indent="0" marL="0">
              <a:buNone/>
            </a:pPr>
            <a:r>
              <a:rPr lang="en-US" sz="2800" b="1" dirty="0">
                <a:solidFill>
                  <a:srgbClr val="083E4F"/>
                </a:solidFill>
                <a:latin typeface="Arial" pitchFamily="34" charset="0"/>
                <a:ea typeface="Arial" pitchFamily="34" charset="-122"/>
                <a:cs typeface="Arial" pitchFamily="34" charset="-120"/>
              </a:rPr>
              <a:t>IaC execution</a:t>
            </a:r>
            <a:endParaRPr lang="en-US" sz="2800" dirty="0"/>
          </a:p>
        </p:txBody>
      </p:sp>
      <p:sp>
        <p:nvSpPr>
          <p:cNvPr id="11" name="Text 9"/>
          <p:cNvSpPr/>
          <p:nvPr/>
        </p:nvSpPr>
        <p:spPr>
          <a:xfrm>
            <a:off x="8503920" y="3502152"/>
            <a:ext cx="2971800" cy="731520"/>
          </a:xfrm>
          <a:prstGeom prst="rect">
            <a:avLst/>
          </a:prstGeom>
          <a:noFill/>
          <a:ln/>
        </p:spPr>
        <p:txBody>
          <a:bodyPr wrap="square" lIns="0" tIns="0" rIns="0" bIns="0" rtlCol="0" anchor="ctr"/>
          <a:lstStyle/>
          <a:p>
            <a:pPr algn="ctr" indent="0" marL="0">
              <a:buNone/>
            </a:pPr>
            <a:r>
              <a:rPr lang="en-US" sz="2200" dirty="0">
                <a:solidFill>
                  <a:srgbClr val="405965"/>
                </a:solidFill>
                <a:latin typeface="Arial" pitchFamily="34" charset="0"/>
                <a:ea typeface="Arial" pitchFamily="34" charset="-122"/>
                <a:cs typeface="Arial" pitchFamily="34" charset="-120"/>
              </a:rPr>
              <a:t>Terraform / OpenTofu</a:t>
            </a:r>
            <a:endParaRPr lang="en-US" sz="2200" dirty="0"/>
          </a:p>
        </p:txBody>
      </p:sp>
      <p:sp>
        <p:nvSpPr>
          <p:cNvPr id="12" name="Shape 10"/>
          <p:cNvSpPr/>
          <p:nvPr/>
        </p:nvSpPr>
        <p:spPr>
          <a:xfrm>
            <a:off x="3703320" y="3474720"/>
            <a:ext cx="713232" cy="0"/>
          </a:xfrm>
          <a:prstGeom prst="line">
            <a:avLst/>
          </a:prstGeom>
          <a:noFill/>
          <a:ln w="25400">
            <a:solidFill>
              <a:srgbClr val="086679"/>
            </a:solidFill>
            <a:prstDash val="solid"/>
            <a:headEnd type="none"/>
            <a:tailEnd type="triangle"/>
          </a:ln>
        </p:spPr>
      </p:sp>
      <p:sp>
        <p:nvSpPr>
          <p:cNvPr id="13" name="Shape 11"/>
          <p:cNvSpPr/>
          <p:nvPr/>
        </p:nvSpPr>
        <p:spPr>
          <a:xfrm>
            <a:off x="7790688" y="3474720"/>
            <a:ext cx="512064" cy="0"/>
          </a:xfrm>
          <a:prstGeom prst="line">
            <a:avLst/>
          </a:prstGeom>
          <a:noFill/>
          <a:ln w="25400">
            <a:solidFill>
              <a:srgbClr val="086679"/>
            </a:solidFill>
            <a:prstDash val="solid"/>
            <a:headEnd type="none"/>
            <a:tailEnd type="triangle"/>
          </a:ln>
        </p:spPr>
      </p:sp>
      <p:sp>
        <p:nvSpPr>
          <p:cNvPr id="14" name="Text 12"/>
          <p:cNvSpPr/>
          <p:nvPr/>
        </p:nvSpPr>
        <p:spPr>
          <a:xfrm>
            <a:off x="731520" y="5257800"/>
            <a:ext cx="10789920" cy="594360"/>
          </a:xfrm>
          <a:prstGeom prst="rect">
            <a:avLst/>
          </a:prstGeom>
          <a:noFill/>
          <a:ln/>
        </p:spPr>
        <p:txBody>
          <a:bodyPr wrap="square" lIns="0" tIns="0" rIns="0" bIns="0" rtlCol="0" anchor="ctr"/>
          <a:lstStyle/>
          <a:p>
            <a:pPr algn="ctr" indent="0" marL="0">
              <a:buNone/>
            </a:pPr>
            <a:r>
              <a:rPr lang="en-US" sz="3000" b="1" dirty="0">
                <a:solidFill>
                  <a:srgbClr val="086679"/>
                </a:solidFill>
                <a:latin typeface="Arial" pitchFamily="34" charset="0"/>
                <a:ea typeface="Arial" pitchFamily="34" charset="-122"/>
                <a:cs typeface="Arial" pitchFamily="34" charset="-120"/>
              </a:rPr>
              <a:t>Purpose-built infrastructure PR automation</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WORKFLOW EXTENSIONS</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Extend the pull-request review.</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06</a:t>
            </a:r>
            <a:endParaRPr lang="en-US" sz="1200" dirty="0"/>
          </a:p>
        </p:txBody>
      </p:sp>
      <p:sp>
        <p:nvSpPr>
          <p:cNvPr id="5" name="Text 3"/>
          <p:cNvSpPr/>
          <p:nvPr/>
        </p:nvSpPr>
        <p:spPr>
          <a:xfrm>
            <a:off x="731520" y="3063240"/>
            <a:ext cx="2423160" cy="457200"/>
          </a:xfrm>
          <a:prstGeom prst="rect">
            <a:avLst/>
          </a:prstGeom>
          <a:noFill/>
          <a:ln/>
        </p:spPr>
        <p:txBody>
          <a:bodyPr wrap="square" lIns="0" tIns="0" rIns="0" bIns="0" rtlCol="0" anchor="ctr"/>
          <a:lstStyle/>
          <a:p>
            <a:pPr algn="ctr" indent="0" marL="0">
              <a:buNone/>
            </a:pPr>
            <a:r>
              <a:rPr lang="en-US" sz="2800" b="1" dirty="0">
                <a:solidFill>
                  <a:srgbClr val="083E4F"/>
                </a:solidFill>
                <a:latin typeface="Arial" pitchFamily="34" charset="0"/>
                <a:ea typeface="Arial" pitchFamily="34" charset="-122"/>
                <a:cs typeface="Arial" pitchFamily="34" charset="-120"/>
              </a:rPr>
              <a:t>Plan</a:t>
            </a:r>
            <a:endParaRPr lang="en-US" sz="2800" dirty="0"/>
          </a:p>
        </p:txBody>
      </p:sp>
      <p:sp>
        <p:nvSpPr>
          <p:cNvPr id="6" name="Text 4"/>
          <p:cNvSpPr/>
          <p:nvPr/>
        </p:nvSpPr>
        <p:spPr>
          <a:xfrm>
            <a:off x="731520" y="3657600"/>
            <a:ext cx="2423160" cy="731520"/>
          </a:xfrm>
          <a:prstGeom prst="rect">
            <a:avLst/>
          </a:prstGeom>
          <a:noFill/>
          <a:ln/>
        </p:spPr>
        <p:txBody>
          <a:bodyPr wrap="square" lIns="0" tIns="0" rIns="0" bIns="0" rtlCol="0" anchor="ctr"/>
          <a:lstStyle/>
          <a:p>
            <a:pPr algn="ctr" indent="0" marL="0">
              <a:buNone/>
            </a:pPr>
            <a:r>
              <a:rPr lang="en-US" sz="2200" dirty="0">
                <a:solidFill>
                  <a:srgbClr val="405965"/>
                </a:solidFill>
                <a:latin typeface="Arial" pitchFamily="34" charset="0"/>
                <a:ea typeface="Arial" pitchFamily="34" charset="-122"/>
                <a:cs typeface="Arial" pitchFamily="34" charset="-120"/>
              </a:rPr>
              <a:t>Review input</a:t>
            </a:r>
            <a:endParaRPr lang="en-US" sz="2200" dirty="0"/>
          </a:p>
        </p:txBody>
      </p:sp>
      <p:sp>
        <p:nvSpPr>
          <p:cNvPr id="7" name="Text 5"/>
          <p:cNvSpPr/>
          <p:nvPr/>
        </p:nvSpPr>
        <p:spPr>
          <a:xfrm>
            <a:off x="4526280" y="2240280"/>
            <a:ext cx="2880360" cy="457200"/>
          </a:xfrm>
          <a:prstGeom prst="rect">
            <a:avLst/>
          </a:prstGeom>
          <a:noFill/>
          <a:ln/>
        </p:spPr>
        <p:txBody>
          <a:bodyPr wrap="square" lIns="0" tIns="0" rIns="0" bIns="0" rtlCol="0" anchor="ctr"/>
          <a:lstStyle/>
          <a:p>
            <a:pPr algn="ctr" indent="0" marL="0">
              <a:buNone/>
            </a:pPr>
            <a:r>
              <a:rPr lang="en-US" sz="2800" b="1" dirty="0">
                <a:solidFill>
                  <a:srgbClr val="083E4F"/>
                </a:solidFill>
                <a:latin typeface="Arial" pitchFamily="34" charset="0"/>
                <a:ea typeface="Arial" pitchFamily="34" charset="-122"/>
                <a:cs typeface="Arial" pitchFamily="34" charset="-120"/>
              </a:rPr>
              <a:t>Policy</a:t>
            </a:r>
            <a:endParaRPr lang="en-US" sz="2800" dirty="0"/>
          </a:p>
        </p:txBody>
      </p:sp>
      <p:sp>
        <p:nvSpPr>
          <p:cNvPr id="8" name="Text 6"/>
          <p:cNvSpPr/>
          <p:nvPr/>
        </p:nvSpPr>
        <p:spPr>
          <a:xfrm>
            <a:off x="4526280" y="2834640"/>
            <a:ext cx="2880360" cy="731520"/>
          </a:xfrm>
          <a:prstGeom prst="rect">
            <a:avLst/>
          </a:prstGeom>
          <a:noFill/>
          <a:ln/>
        </p:spPr>
        <p:txBody>
          <a:bodyPr wrap="square" lIns="0" tIns="0" rIns="0" bIns="0" rtlCol="0" anchor="ctr"/>
          <a:lstStyle/>
          <a:p>
            <a:pPr algn="ctr" indent="0" marL="0">
              <a:buNone/>
            </a:pPr>
            <a:r>
              <a:rPr lang="en-US" sz="2200" dirty="0">
                <a:solidFill>
                  <a:srgbClr val="405965"/>
                </a:solidFill>
                <a:latin typeface="Arial" pitchFamily="34" charset="0"/>
                <a:ea typeface="Arial" pitchFamily="34" charset="-122"/>
                <a:cs typeface="Arial" pitchFamily="34" charset="-120"/>
              </a:rPr>
              <a:t>e.g. Conftest</a:t>
            </a:r>
            <a:endParaRPr lang="en-US" sz="2200" dirty="0"/>
          </a:p>
        </p:txBody>
      </p:sp>
      <p:sp>
        <p:nvSpPr>
          <p:cNvPr id="9" name="Text 7"/>
          <p:cNvSpPr/>
          <p:nvPr/>
        </p:nvSpPr>
        <p:spPr>
          <a:xfrm>
            <a:off x="4526280" y="3977640"/>
            <a:ext cx="2880360" cy="457200"/>
          </a:xfrm>
          <a:prstGeom prst="rect">
            <a:avLst/>
          </a:prstGeom>
          <a:noFill/>
          <a:ln/>
        </p:spPr>
        <p:txBody>
          <a:bodyPr wrap="square" lIns="0" tIns="0" rIns="0" bIns="0" rtlCol="0" anchor="ctr"/>
          <a:lstStyle/>
          <a:p>
            <a:pPr algn="ctr" indent="0" marL="0">
              <a:buNone/>
            </a:pPr>
            <a:r>
              <a:rPr lang="en-US" sz="2800" b="1" dirty="0">
                <a:solidFill>
                  <a:srgbClr val="083E4F"/>
                </a:solidFill>
                <a:latin typeface="Arial" pitchFamily="34" charset="0"/>
                <a:ea typeface="Arial" pitchFamily="34" charset="-122"/>
                <a:cs typeface="Arial" pitchFamily="34" charset="-120"/>
              </a:rPr>
              <a:t>Cost</a:t>
            </a:r>
            <a:endParaRPr lang="en-US" sz="2800" dirty="0"/>
          </a:p>
        </p:txBody>
      </p:sp>
      <p:sp>
        <p:nvSpPr>
          <p:cNvPr id="10" name="Text 8"/>
          <p:cNvSpPr/>
          <p:nvPr/>
        </p:nvSpPr>
        <p:spPr>
          <a:xfrm>
            <a:off x="4526280" y="4572000"/>
            <a:ext cx="2880360" cy="731520"/>
          </a:xfrm>
          <a:prstGeom prst="rect">
            <a:avLst/>
          </a:prstGeom>
          <a:noFill/>
          <a:ln/>
        </p:spPr>
        <p:txBody>
          <a:bodyPr wrap="square" lIns="0" tIns="0" rIns="0" bIns="0" rtlCol="0" anchor="ctr"/>
          <a:lstStyle/>
          <a:p>
            <a:pPr algn="ctr" indent="0" marL="0">
              <a:buNone/>
            </a:pPr>
            <a:r>
              <a:rPr lang="en-US" sz="2200" dirty="0">
                <a:solidFill>
                  <a:srgbClr val="405965"/>
                </a:solidFill>
                <a:latin typeface="Arial" pitchFamily="34" charset="0"/>
                <a:ea typeface="Arial" pitchFamily="34" charset="-122"/>
                <a:cs typeface="Arial" pitchFamily="34" charset="-120"/>
              </a:rPr>
              <a:t>e.g. Infracost</a:t>
            </a:r>
            <a:endParaRPr lang="en-US" sz="2200" dirty="0"/>
          </a:p>
        </p:txBody>
      </p:sp>
      <p:sp>
        <p:nvSpPr>
          <p:cNvPr id="11" name="Text 9"/>
          <p:cNvSpPr/>
          <p:nvPr/>
        </p:nvSpPr>
        <p:spPr>
          <a:xfrm>
            <a:off x="8823960" y="3063240"/>
            <a:ext cx="2606040" cy="457200"/>
          </a:xfrm>
          <a:prstGeom prst="rect">
            <a:avLst/>
          </a:prstGeom>
          <a:noFill/>
          <a:ln/>
        </p:spPr>
        <p:txBody>
          <a:bodyPr wrap="square" lIns="0" tIns="0" rIns="0" bIns="0" rtlCol="0" anchor="ctr"/>
          <a:lstStyle/>
          <a:p>
            <a:pPr algn="ctr" indent="0" marL="0">
              <a:buNone/>
            </a:pPr>
            <a:r>
              <a:rPr lang="en-US" sz="2800" b="1" dirty="0">
                <a:solidFill>
                  <a:srgbClr val="083E4F"/>
                </a:solidFill>
                <a:latin typeface="Arial" pitchFamily="34" charset="0"/>
                <a:ea typeface="Arial" pitchFamily="34" charset="-122"/>
                <a:cs typeface="Arial" pitchFamily="34" charset="-120"/>
              </a:rPr>
              <a:t>Review</a:t>
            </a:r>
            <a:endParaRPr lang="en-US" sz="2800" dirty="0"/>
          </a:p>
        </p:txBody>
      </p:sp>
      <p:sp>
        <p:nvSpPr>
          <p:cNvPr id="12" name="Text 10"/>
          <p:cNvSpPr/>
          <p:nvPr/>
        </p:nvSpPr>
        <p:spPr>
          <a:xfrm>
            <a:off x="8823960" y="3657600"/>
            <a:ext cx="2606040" cy="731520"/>
          </a:xfrm>
          <a:prstGeom prst="rect">
            <a:avLst/>
          </a:prstGeom>
          <a:noFill/>
          <a:ln/>
        </p:spPr>
        <p:txBody>
          <a:bodyPr wrap="square" lIns="0" tIns="0" rIns="0" bIns="0" rtlCol="0" anchor="ctr"/>
          <a:lstStyle/>
          <a:p>
            <a:pPr algn="ctr" indent="0" marL="0">
              <a:buNone/>
            </a:pPr>
            <a:r>
              <a:rPr lang="en-US" sz="2200" dirty="0">
                <a:solidFill>
                  <a:srgbClr val="405965"/>
                </a:solidFill>
                <a:latin typeface="Arial" pitchFamily="34" charset="0"/>
                <a:ea typeface="Arial" pitchFamily="34" charset="-122"/>
                <a:cs typeface="Arial" pitchFamily="34" charset="-120"/>
              </a:rPr>
              <a:t>Added context</a:t>
            </a:r>
            <a:endParaRPr lang="en-US" sz="2200" dirty="0"/>
          </a:p>
        </p:txBody>
      </p:sp>
      <p:sp>
        <p:nvSpPr>
          <p:cNvPr id="13" name="Shape 11"/>
          <p:cNvSpPr/>
          <p:nvPr/>
        </p:nvSpPr>
        <p:spPr>
          <a:xfrm>
            <a:off x="3246120" y="3584448"/>
            <a:ext cx="594360" cy="0"/>
          </a:xfrm>
          <a:prstGeom prst="line">
            <a:avLst/>
          </a:prstGeom>
          <a:noFill/>
          <a:ln w="25400">
            <a:solidFill>
              <a:srgbClr val="086679"/>
            </a:solidFill>
            <a:prstDash val="solid"/>
            <a:headEnd type="none"/>
            <a:tailEnd type="none"/>
          </a:ln>
        </p:spPr>
      </p:sp>
      <p:sp>
        <p:nvSpPr>
          <p:cNvPr id="14" name="Shape 12"/>
          <p:cNvSpPr/>
          <p:nvPr/>
        </p:nvSpPr>
        <p:spPr>
          <a:xfrm>
            <a:off x="3840480" y="2606040"/>
            <a:ext cx="0" cy="1737360"/>
          </a:xfrm>
          <a:prstGeom prst="line">
            <a:avLst/>
          </a:prstGeom>
          <a:noFill/>
          <a:ln w="25400">
            <a:solidFill>
              <a:srgbClr val="086679"/>
            </a:solidFill>
            <a:prstDash val="solid"/>
            <a:headEnd type="none"/>
            <a:tailEnd type="none"/>
          </a:ln>
        </p:spPr>
      </p:sp>
      <p:sp>
        <p:nvSpPr>
          <p:cNvPr id="15" name="Shape 13"/>
          <p:cNvSpPr/>
          <p:nvPr/>
        </p:nvSpPr>
        <p:spPr>
          <a:xfrm>
            <a:off x="3840480" y="2606040"/>
            <a:ext cx="438912" cy="0"/>
          </a:xfrm>
          <a:prstGeom prst="line">
            <a:avLst/>
          </a:prstGeom>
          <a:noFill/>
          <a:ln w="25400">
            <a:solidFill>
              <a:srgbClr val="086679"/>
            </a:solidFill>
            <a:prstDash val="solid"/>
            <a:headEnd type="none"/>
            <a:tailEnd type="triangle"/>
          </a:ln>
        </p:spPr>
      </p:sp>
      <p:sp>
        <p:nvSpPr>
          <p:cNvPr id="16" name="Shape 14"/>
          <p:cNvSpPr/>
          <p:nvPr/>
        </p:nvSpPr>
        <p:spPr>
          <a:xfrm>
            <a:off x="3840480" y="4343400"/>
            <a:ext cx="438912" cy="0"/>
          </a:xfrm>
          <a:prstGeom prst="line">
            <a:avLst/>
          </a:prstGeom>
          <a:noFill/>
          <a:ln w="25400">
            <a:solidFill>
              <a:srgbClr val="086679"/>
            </a:solidFill>
            <a:prstDash val="solid"/>
            <a:headEnd type="none"/>
            <a:tailEnd type="triangle"/>
          </a:ln>
        </p:spPr>
      </p:sp>
      <p:sp>
        <p:nvSpPr>
          <p:cNvPr id="17" name="Shape 15"/>
          <p:cNvSpPr/>
          <p:nvPr/>
        </p:nvSpPr>
        <p:spPr>
          <a:xfrm>
            <a:off x="7589520" y="2606040"/>
            <a:ext cx="548640" cy="0"/>
          </a:xfrm>
          <a:prstGeom prst="line">
            <a:avLst/>
          </a:prstGeom>
          <a:noFill/>
          <a:ln w="25400">
            <a:solidFill>
              <a:srgbClr val="086679"/>
            </a:solidFill>
            <a:prstDash val="solid"/>
            <a:headEnd type="none"/>
            <a:tailEnd type="none"/>
          </a:ln>
        </p:spPr>
      </p:sp>
      <p:sp>
        <p:nvSpPr>
          <p:cNvPr id="18" name="Shape 16"/>
          <p:cNvSpPr/>
          <p:nvPr/>
        </p:nvSpPr>
        <p:spPr>
          <a:xfrm>
            <a:off x="7589520" y="4343400"/>
            <a:ext cx="548640" cy="0"/>
          </a:xfrm>
          <a:prstGeom prst="line">
            <a:avLst/>
          </a:prstGeom>
          <a:noFill/>
          <a:ln w="25400">
            <a:solidFill>
              <a:srgbClr val="086679"/>
            </a:solidFill>
            <a:prstDash val="solid"/>
            <a:headEnd type="none"/>
            <a:tailEnd type="none"/>
          </a:ln>
        </p:spPr>
      </p:sp>
      <p:sp>
        <p:nvSpPr>
          <p:cNvPr id="19" name="Shape 17"/>
          <p:cNvSpPr/>
          <p:nvPr/>
        </p:nvSpPr>
        <p:spPr>
          <a:xfrm>
            <a:off x="8138160" y="2606040"/>
            <a:ext cx="0" cy="1737360"/>
          </a:xfrm>
          <a:prstGeom prst="line">
            <a:avLst/>
          </a:prstGeom>
          <a:noFill/>
          <a:ln w="25400">
            <a:solidFill>
              <a:srgbClr val="086679"/>
            </a:solidFill>
            <a:prstDash val="solid"/>
            <a:headEnd type="none"/>
            <a:tailEnd type="none"/>
          </a:ln>
        </p:spPr>
      </p:sp>
      <p:sp>
        <p:nvSpPr>
          <p:cNvPr id="20" name="Shape 18"/>
          <p:cNvSpPr/>
          <p:nvPr/>
        </p:nvSpPr>
        <p:spPr>
          <a:xfrm>
            <a:off x="8138160" y="3584448"/>
            <a:ext cx="457200" cy="0"/>
          </a:xfrm>
          <a:prstGeom prst="line">
            <a:avLst/>
          </a:prstGeom>
          <a:noFill/>
          <a:ln w="25400">
            <a:solidFill>
              <a:srgbClr val="086679"/>
            </a:solidFill>
            <a:prstDash val="solid"/>
            <a:headEnd type="none"/>
            <a:tailEnd type="triangle"/>
          </a:ln>
        </p:spPr>
      </p:sp>
      <p:sp>
        <p:nvSpPr>
          <p:cNvPr id="21" name="Text 19"/>
          <p:cNvSpPr/>
          <p:nvPr/>
        </p:nvSpPr>
        <p:spPr>
          <a:xfrm>
            <a:off x="731520" y="5577840"/>
            <a:ext cx="10789920" cy="411480"/>
          </a:xfrm>
          <a:prstGeom prst="rect">
            <a:avLst/>
          </a:prstGeom>
          <a:noFill/>
          <a:ln/>
        </p:spPr>
        <p:txBody>
          <a:bodyPr wrap="square" lIns="0" tIns="0" rIns="0" bIns="0" rtlCol="0" anchor="ctr"/>
          <a:lstStyle/>
          <a:p>
            <a:pPr algn="ctr" indent="0" marL="0">
              <a:buNone/>
            </a:pPr>
            <a:r>
              <a:rPr lang="en-US" sz="2700" b="1" dirty="0">
                <a:solidFill>
                  <a:srgbClr val="086679"/>
                </a:solidFill>
                <a:latin typeface="Arial" pitchFamily="34" charset="0"/>
                <a:ea typeface="Arial" pitchFamily="34" charset="-122"/>
                <a:cs typeface="Arial" pitchFamily="34" charset="-120"/>
              </a:rPr>
              <a:t>Custom workflows compose your own tooling.</a:t>
            </a:r>
            <a:endParaRPr lang="en-US" sz="2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DEPLOYMENT MODELS</a:t>
            </a:r>
            <a:endParaRPr lang="en-US" sz="1600" dirty="0"/>
          </a:p>
        </p:txBody>
      </p:sp>
      <p:sp>
        <p:nvSpPr>
          <p:cNvPr id="3" name="Text 1"/>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07</a:t>
            </a:r>
            <a:endParaRPr lang="en-US" sz="1200" dirty="0"/>
          </a:p>
        </p:txBody>
      </p:sp>
      <p:sp>
        <p:nvSpPr>
          <p:cNvPr id="4" name="Text 2"/>
          <p:cNvSpPr/>
          <p:nvPr/>
        </p:nvSpPr>
        <p:spPr>
          <a:xfrm>
            <a:off x="566928" y="932688"/>
            <a:ext cx="11064240" cy="1280160"/>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Atlantis is self-hosted.</a:t>
            </a:r>
            <a:endParaRPr lang="en-US" sz="3600" dirty="0"/>
          </a:p>
          <a:p>
            <a:pPr indent="0" marL="0">
              <a:buNone/>
            </a:pPr>
            <a:r>
              <a:rPr lang="en-US" sz="3600" b="1" dirty="0">
                <a:solidFill>
                  <a:srgbClr val="083E4F"/>
                </a:solidFill>
                <a:latin typeface="Arial" pitchFamily="34" charset="0"/>
                <a:ea typeface="Arial" pitchFamily="34" charset="-122"/>
                <a:cs typeface="Arial" pitchFamily="34" charset="-120"/>
              </a:rPr>
              <a:t>Kubernetes is optional.</a:t>
            </a:r>
            <a:endParaRPr lang="en-US" sz="3600" dirty="0"/>
          </a:p>
        </p:txBody>
      </p:sp>
      <p:sp>
        <p:nvSpPr>
          <p:cNvPr id="5" name="Text 3"/>
          <p:cNvSpPr/>
          <p:nvPr/>
        </p:nvSpPr>
        <p:spPr>
          <a:xfrm>
            <a:off x="4187952" y="2514600"/>
            <a:ext cx="3794760" cy="457200"/>
          </a:xfrm>
          <a:prstGeom prst="rect">
            <a:avLst/>
          </a:prstGeom>
          <a:noFill/>
          <a:ln/>
        </p:spPr>
        <p:txBody>
          <a:bodyPr wrap="square" lIns="0" tIns="0" rIns="0" bIns="0" rtlCol="0" anchor="ctr"/>
          <a:lstStyle/>
          <a:p>
            <a:pPr algn="ctr" indent="0" marL="0">
              <a:buNone/>
            </a:pPr>
            <a:r>
              <a:rPr lang="en-US" sz="2800" b="1" dirty="0">
                <a:solidFill>
                  <a:srgbClr val="086679"/>
                </a:solidFill>
                <a:latin typeface="Arial" pitchFamily="34" charset="0"/>
                <a:ea typeface="Arial" pitchFamily="34" charset="-122"/>
                <a:cs typeface="Arial" pitchFamily="34" charset="-120"/>
              </a:rPr>
              <a:t>Atlantis service</a:t>
            </a:r>
            <a:endParaRPr lang="en-US" sz="2800" dirty="0"/>
          </a:p>
        </p:txBody>
      </p:sp>
      <p:sp>
        <p:nvSpPr>
          <p:cNvPr id="6" name="Shape 4"/>
          <p:cNvSpPr/>
          <p:nvPr/>
        </p:nvSpPr>
        <p:spPr>
          <a:xfrm>
            <a:off x="6089904" y="3154680"/>
            <a:ext cx="0" cy="457200"/>
          </a:xfrm>
          <a:prstGeom prst="line">
            <a:avLst/>
          </a:prstGeom>
          <a:noFill/>
          <a:ln w="25400">
            <a:solidFill>
              <a:srgbClr val="086679"/>
            </a:solidFill>
            <a:prstDash val="solid"/>
            <a:headEnd type="none"/>
            <a:tailEnd type="none"/>
          </a:ln>
        </p:spPr>
      </p:sp>
      <p:sp>
        <p:nvSpPr>
          <p:cNvPr id="7" name="Shape 5"/>
          <p:cNvSpPr/>
          <p:nvPr/>
        </p:nvSpPr>
        <p:spPr>
          <a:xfrm>
            <a:off x="2414016" y="3611880"/>
            <a:ext cx="7351776" cy="0"/>
          </a:xfrm>
          <a:prstGeom prst="line">
            <a:avLst/>
          </a:prstGeom>
          <a:noFill/>
          <a:ln w="25400">
            <a:solidFill>
              <a:srgbClr val="086679"/>
            </a:solidFill>
            <a:prstDash val="solid"/>
            <a:headEnd type="none"/>
            <a:tailEnd type="none"/>
          </a:ln>
        </p:spPr>
      </p:sp>
      <p:sp>
        <p:nvSpPr>
          <p:cNvPr id="8" name="Shape 6"/>
          <p:cNvSpPr/>
          <p:nvPr/>
        </p:nvSpPr>
        <p:spPr>
          <a:xfrm>
            <a:off x="2414016" y="3611880"/>
            <a:ext cx="0" cy="438912"/>
          </a:xfrm>
          <a:prstGeom prst="line">
            <a:avLst/>
          </a:prstGeom>
          <a:noFill/>
          <a:ln w="25400">
            <a:solidFill>
              <a:srgbClr val="086679"/>
            </a:solidFill>
            <a:prstDash val="solid"/>
            <a:headEnd type="none"/>
            <a:tailEnd type="triangle"/>
          </a:ln>
        </p:spPr>
      </p:sp>
      <p:sp>
        <p:nvSpPr>
          <p:cNvPr id="9" name="Text 7"/>
          <p:cNvSpPr/>
          <p:nvPr/>
        </p:nvSpPr>
        <p:spPr>
          <a:xfrm>
            <a:off x="676656" y="4343400"/>
            <a:ext cx="3474720" cy="457200"/>
          </a:xfrm>
          <a:prstGeom prst="rect">
            <a:avLst/>
          </a:prstGeom>
          <a:noFill/>
          <a:ln/>
        </p:spPr>
        <p:txBody>
          <a:bodyPr wrap="square" lIns="0" tIns="0" rIns="0" bIns="0" rtlCol="0" anchor="ctr"/>
          <a:lstStyle/>
          <a:p>
            <a:pPr algn="ctr" indent="0" marL="0">
              <a:buNone/>
            </a:pPr>
            <a:r>
              <a:rPr lang="en-US" sz="2800" b="1" dirty="0">
                <a:solidFill>
                  <a:srgbClr val="083E4F"/>
                </a:solidFill>
                <a:latin typeface="Arial" pitchFamily="34" charset="0"/>
                <a:ea typeface="Arial" pitchFamily="34" charset="-122"/>
                <a:cs typeface="Arial" pitchFamily="34" charset="-120"/>
              </a:rPr>
              <a:t>Kubernetes</a:t>
            </a:r>
            <a:endParaRPr lang="en-US" sz="2800" dirty="0"/>
          </a:p>
        </p:txBody>
      </p:sp>
      <p:sp>
        <p:nvSpPr>
          <p:cNvPr id="10" name="Text 8"/>
          <p:cNvSpPr/>
          <p:nvPr/>
        </p:nvSpPr>
        <p:spPr>
          <a:xfrm>
            <a:off x="676656" y="4937760"/>
            <a:ext cx="3474720" cy="731520"/>
          </a:xfrm>
          <a:prstGeom prst="rect">
            <a:avLst/>
          </a:prstGeom>
          <a:noFill/>
          <a:ln/>
        </p:spPr>
        <p:txBody>
          <a:bodyPr wrap="square" lIns="0" tIns="0" rIns="0" bIns="0" rtlCol="0" anchor="ctr"/>
          <a:lstStyle/>
          <a:p>
            <a:pPr algn="ctr" indent="0" marL="0">
              <a:buNone/>
            </a:pPr>
            <a:r>
              <a:rPr lang="en-US" sz="2200" dirty="0">
                <a:solidFill>
                  <a:srgbClr val="405965"/>
                </a:solidFill>
                <a:latin typeface="Arial" pitchFamily="34" charset="0"/>
                <a:ea typeface="Arial" pitchFamily="34" charset="-122"/>
                <a:cs typeface="Arial" pitchFamily="34" charset="-120"/>
              </a:rPr>
              <a:t>Official Helm chart</a:t>
            </a:r>
            <a:endParaRPr lang="en-US" sz="2200" dirty="0"/>
          </a:p>
        </p:txBody>
      </p:sp>
      <p:sp>
        <p:nvSpPr>
          <p:cNvPr id="11" name="Shape 9"/>
          <p:cNvSpPr/>
          <p:nvPr/>
        </p:nvSpPr>
        <p:spPr>
          <a:xfrm>
            <a:off x="6089904" y="3611880"/>
            <a:ext cx="0" cy="438912"/>
          </a:xfrm>
          <a:prstGeom prst="line">
            <a:avLst/>
          </a:prstGeom>
          <a:noFill/>
          <a:ln w="25400">
            <a:solidFill>
              <a:srgbClr val="086679"/>
            </a:solidFill>
            <a:prstDash val="solid"/>
            <a:headEnd type="none"/>
            <a:tailEnd type="triangle"/>
          </a:ln>
        </p:spPr>
      </p:sp>
      <p:sp>
        <p:nvSpPr>
          <p:cNvPr id="12" name="Text 10"/>
          <p:cNvSpPr/>
          <p:nvPr/>
        </p:nvSpPr>
        <p:spPr>
          <a:xfrm>
            <a:off x="4352544" y="4343400"/>
            <a:ext cx="3474720" cy="457200"/>
          </a:xfrm>
          <a:prstGeom prst="rect">
            <a:avLst/>
          </a:prstGeom>
          <a:noFill/>
          <a:ln/>
        </p:spPr>
        <p:txBody>
          <a:bodyPr wrap="square" lIns="0" tIns="0" rIns="0" bIns="0" rtlCol="0" anchor="ctr"/>
          <a:lstStyle/>
          <a:p>
            <a:pPr algn="ctr" indent="0" marL="0">
              <a:buNone/>
            </a:pPr>
            <a:r>
              <a:rPr lang="en-US" sz="2800" b="1" dirty="0">
                <a:solidFill>
                  <a:srgbClr val="083E4F"/>
                </a:solidFill>
                <a:latin typeface="Arial" pitchFamily="34" charset="0"/>
                <a:ea typeface="Arial" pitchFamily="34" charset="-122"/>
                <a:cs typeface="Arial" pitchFamily="34" charset="-120"/>
              </a:rPr>
              <a:t>Container</a:t>
            </a:r>
            <a:endParaRPr lang="en-US" sz="2800" dirty="0"/>
          </a:p>
        </p:txBody>
      </p:sp>
      <p:sp>
        <p:nvSpPr>
          <p:cNvPr id="13" name="Text 11"/>
          <p:cNvSpPr/>
          <p:nvPr/>
        </p:nvSpPr>
        <p:spPr>
          <a:xfrm>
            <a:off x="4352544" y="4937760"/>
            <a:ext cx="3474720" cy="731520"/>
          </a:xfrm>
          <a:prstGeom prst="rect">
            <a:avLst/>
          </a:prstGeom>
          <a:noFill/>
          <a:ln/>
        </p:spPr>
        <p:txBody>
          <a:bodyPr wrap="square" lIns="0" tIns="0" rIns="0" bIns="0" rtlCol="0" anchor="ctr"/>
          <a:lstStyle/>
          <a:p>
            <a:pPr algn="ctr" indent="0" marL="0">
              <a:buNone/>
            </a:pPr>
            <a:r>
              <a:rPr lang="en-US" sz="2200" dirty="0">
                <a:solidFill>
                  <a:srgbClr val="405965"/>
                </a:solidFill>
                <a:latin typeface="Arial" pitchFamily="34" charset="0"/>
                <a:ea typeface="Arial" pitchFamily="34" charset="-122"/>
                <a:cs typeface="Arial" pitchFamily="34" charset="-120"/>
              </a:rPr>
              <a:t>Official image</a:t>
            </a:r>
            <a:endParaRPr lang="en-US" sz="2200" dirty="0"/>
          </a:p>
        </p:txBody>
      </p:sp>
      <p:sp>
        <p:nvSpPr>
          <p:cNvPr id="14" name="Shape 12"/>
          <p:cNvSpPr/>
          <p:nvPr/>
        </p:nvSpPr>
        <p:spPr>
          <a:xfrm>
            <a:off x="9765792" y="3611880"/>
            <a:ext cx="0" cy="438912"/>
          </a:xfrm>
          <a:prstGeom prst="line">
            <a:avLst/>
          </a:prstGeom>
          <a:noFill/>
          <a:ln w="25400">
            <a:solidFill>
              <a:srgbClr val="086679"/>
            </a:solidFill>
            <a:prstDash val="solid"/>
            <a:headEnd type="none"/>
            <a:tailEnd type="triangle"/>
          </a:ln>
        </p:spPr>
      </p:sp>
      <p:sp>
        <p:nvSpPr>
          <p:cNvPr id="15" name="Text 13"/>
          <p:cNvSpPr/>
          <p:nvPr/>
        </p:nvSpPr>
        <p:spPr>
          <a:xfrm>
            <a:off x="8028432" y="4343400"/>
            <a:ext cx="3474720" cy="457200"/>
          </a:xfrm>
          <a:prstGeom prst="rect">
            <a:avLst/>
          </a:prstGeom>
          <a:noFill/>
          <a:ln/>
        </p:spPr>
        <p:txBody>
          <a:bodyPr wrap="square" lIns="0" tIns="0" rIns="0" bIns="0" rtlCol="0" anchor="ctr"/>
          <a:lstStyle/>
          <a:p>
            <a:pPr algn="ctr" indent="0" marL="0">
              <a:buNone/>
            </a:pPr>
            <a:r>
              <a:rPr lang="en-US" sz="2800" b="1" dirty="0">
                <a:solidFill>
                  <a:srgbClr val="083E4F"/>
                </a:solidFill>
                <a:latin typeface="Arial" pitchFamily="34" charset="0"/>
                <a:ea typeface="Arial" pitchFamily="34" charset="-122"/>
                <a:cs typeface="Arial" pitchFamily="34" charset="-120"/>
              </a:rPr>
              <a:t>Server / VM</a:t>
            </a:r>
            <a:endParaRPr lang="en-US" sz="2800" dirty="0"/>
          </a:p>
        </p:txBody>
      </p:sp>
      <p:sp>
        <p:nvSpPr>
          <p:cNvPr id="16" name="Text 14"/>
          <p:cNvSpPr/>
          <p:nvPr/>
        </p:nvSpPr>
        <p:spPr>
          <a:xfrm>
            <a:off x="8028432" y="4937760"/>
            <a:ext cx="3474720" cy="731520"/>
          </a:xfrm>
          <a:prstGeom prst="rect">
            <a:avLst/>
          </a:prstGeom>
          <a:noFill/>
          <a:ln/>
        </p:spPr>
        <p:txBody>
          <a:bodyPr wrap="square" lIns="0" tIns="0" rIns="0" bIns="0" rtlCol="0" anchor="ctr"/>
          <a:lstStyle/>
          <a:p>
            <a:pPr algn="ctr" indent="0" marL="0">
              <a:buNone/>
            </a:pPr>
            <a:r>
              <a:rPr lang="en-US" sz="2200" dirty="0">
                <a:solidFill>
                  <a:srgbClr val="405965"/>
                </a:solidFill>
                <a:latin typeface="Arial" pitchFamily="34" charset="0"/>
                <a:ea typeface="Arial" pitchFamily="34" charset="-122"/>
                <a:cs typeface="Arial" pitchFamily="34" charset="-120"/>
              </a:rPr>
              <a:t>Atlantis binary</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ATLANTIS USER SURVEY · 2024 · N=354</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Multiple stacks. One PR workflow.</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08</a:t>
            </a:r>
            <a:endParaRPr lang="en-US" sz="1200" dirty="0"/>
          </a:p>
        </p:txBody>
      </p:sp>
      <p:sp>
        <p:nvSpPr>
          <p:cNvPr id="5" name="Text 3"/>
          <p:cNvSpPr/>
          <p:nvPr/>
        </p:nvSpPr>
        <p:spPr>
          <a:xfrm>
            <a:off x="731520" y="2651760"/>
            <a:ext cx="3291840" cy="1280160"/>
          </a:xfrm>
          <a:prstGeom prst="rect">
            <a:avLst/>
          </a:prstGeom>
          <a:noFill/>
          <a:ln/>
        </p:spPr>
        <p:txBody>
          <a:bodyPr wrap="square" lIns="0" tIns="0" rIns="0" bIns="0" rtlCol="0" anchor="ctr"/>
          <a:lstStyle/>
          <a:p>
            <a:pPr indent="0" marL="0">
              <a:buNone/>
            </a:pPr>
            <a:r>
              <a:rPr lang="en-US" sz="9000" b="1" dirty="0">
                <a:solidFill>
                  <a:srgbClr val="086679"/>
                </a:solidFill>
                <a:latin typeface="Arial" pitchFamily="34" charset="0"/>
                <a:ea typeface="Arial" pitchFamily="34" charset="-122"/>
                <a:cs typeface="Arial" pitchFamily="34" charset="-120"/>
              </a:rPr>
              <a:t>354</a:t>
            </a:r>
            <a:endParaRPr lang="en-US" sz="9000" dirty="0"/>
          </a:p>
        </p:txBody>
      </p:sp>
      <p:sp>
        <p:nvSpPr>
          <p:cNvPr id="6" name="Text 4"/>
          <p:cNvSpPr/>
          <p:nvPr/>
        </p:nvSpPr>
        <p:spPr>
          <a:xfrm>
            <a:off x="731520" y="4069080"/>
            <a:ext cx="3383280" cy="457200"/>
          </a:xfrm>
          <a:prstGeom prst="rect">
            <a:avLst/>
          </a:prstGeom>
          <a:noFill/>
          <a:ln/>
        </p:spPr>
        <p:txBody>
          <a:bodyPr wrap="square" lIns="0" tIns="0" rIns="0" bIns="0" rtlCol="0" anchor="ctr"/>
          <a:lstStyle/>
          <a:p>
            <a:pPr indent="0" marL="0">
              <a:buNone/>
            </a:pPr>
            <a:r>
              <a:rPr lang="en-US" sz="2700" dirty="0">
                <a:solidFill>
                  <a:srgbClr val="405965"/>
                </a:solidFill>
                <a:latin typeface="Arial" pitchFamily="34" charset="0"/>
                <a:ea typeface="Arial" pitchFamily="34" charset="-122"/>
                <a:cs typeface="Arial" pitchFamily="34" charset="-120"/>
              </a:rPr>
              <a:t>survey responses</a:t>
            </a:r>
            <a:endParaRPr lang="en-US" sz="2700" dirty="0"/>
          </a:p>
        </p:txBody>
      </p:sp>
      <p:sp>
        <p:nvSpPr>
          <p:cNvPr id="7" name="Shape 5"/>
          <p:cNvSpPr/>
          <p:nvPr/>
        </p:nvSpPr>
        <p:spPr>
          <a:xfrm>
            <a:off x="4224528" y="2514600"/>
            <a:ext cx="0" cy="2743200"/>
          </a:xfrm>
          <a:prstGeom prst="line">
            <a:avLst/>
          </a:prstGeom>
          <a:noFill/>
          <a:ln w="25400">
            <a:solidFill>
              <a:srgbClr val="A6BAC1"/>
            </a:solidFill>
            <a:prstDash val="solid"/>
            <a:headEnd type="none"/>
            <a:tailEnd type="none"/>
          </a:ln>
        </p:spPr>
      </p:sp>
      <p:sp>
        <p:nvSpPr>
          <p:cNvPr id="8" name="Text 6"/>
          <p:cNvSpPr/>
          <p:nvPr/>
        </p:nvSpPr>
        <p:spPr>
          <a:xfrm>
            <a:off x="4645152" y="2560320"/>
            <a:ext cx="6766560" cy="320040"/>
          </a:xfrm>
          <a:prstGeom prst="rect">
            <a:avLst/>
          </a:prstGeom>
          <a:noFill/>
          <a:ln/>
        </p:spPr>
        <p:txBody>
          <a:bodyPr wrap="square" lIns="0" tIns="0" rIns="0" bIns="0" rtlCol="0" anchor="ctr"/>
          <a:lstStyle/>
          <a:p>
            <a:pPr indent="0" marL="0">
              <a:buNone/>
            </a:pPr>
            <a:r>
              <a:rPr lang="en-US" sz="2200" b="1" dirty="0">
                <a:solidFill>
                  <a:srgbClr val="086679"/>
                </a:solidFill>
                <a:latin typeface="Arial" pitchFamily="34" charset="0"/>
                <a:ea typeface="Arial" pitchFamily="34" charset="-122"/>
                <a:cs typeface="Arial" pitchFamily="34" charset="-120"/>
              </a:rPr>
              <a:t>GIT</a:t>
            </a:r>
            <a:endParaRPr lang="en-US" sz="2200" dirty="0"/>
          </a:p>
        </p:txBody>
      </p:sp>
      <p:sp>
        <p:nvSpPr>
          <p:cNvPr id="9" name="Text 7"/>
          <p:cNvSpPr/>
          <p:nvPr/>
        </p:nvSpPr>
        <p:spPr>
          <a:xfrm>
            <a:off x="4645152" y="2999232"/>
            <a:ext cx="6537960" cy="868680"/>
          </a:xfrm>
          <a:prstGeom prst="rect">
            <a:avLst/>
          </a:prstGeom>
          <a:noFill/>
          <a:ln/>
        </p:spPr>
        <p:txBody>
          <a:bodyPr wrap="square" lIns="0" tIns="0" rIns="0" bIns="0" rtlCol="0" anchor="ctr"/>
          <a:lstStyle/>
          <a:p>
            <a:pPr indent="0" marL="0">
              <a:buNone/>
            </a:pPr>
            <a:r>
              <a:rPr lang="en-US" sz="2700" dirty="0">
                <a:solidFill>
                  <a:srgbClr val="083E4F"/>
                </a:solidFill>
                <a:latin typeface="Arial" pitchFamily="34" charset="0"/>
                <a:ea typeface="Arial" pitchFamily="34" charset="-122"/>
                <a:cs typeface="Arial" pitchFamily="34" charset="-120"/>
              </a:rPr>
              <a:t>GitHub leads · GitLab sizeable</a:t>
            </a:r>
            <a:endParaRPr lang="en-US" sz="2700" dirty="0"/>
          </a:p>
        </p:txBody>
      </p:sp>
      <p:sp>
        <p:nvSpPr>
          <p:cNvPr id="10" name="Text 8"/>
          <p:cNvSpPr/>
          <p:nvPr/>
        </p:nvSpPr>
        <p:spPr>
          <a:xfrm>
            <a:off x="4645152" y="3950208"/>
            <a:ext cx="6766560" cy="320040"/>
          </a:xfrm>
          <a:prstGeom prst="rect">
            <a:avLst/>
          </a:prstGeom>
          <a:noFill/>
          <a:ln/>
        </p:spPr>
        <p:txBody>
          <a:bodyPr wrap="square" lIns="0" tIns="0" rIns="0" bIns="0" rtlCol="0" anchor="ctr"/>
          <a:lstStyle/>
          <a:p>
            <a:pPr indent="0" marL="0">
              <a:buNone/>
            </a:pPr>
            <a:r>
              <a:rPr lang="en-US" sz="2200" b="1" dirty="0">
                <a:solidFill>
                  <a:srgbClr val="086679"/>
                </a:solidFill>
                <a:latin typeface="Arial" pitchFamily="34" charset="0"/>
                <a:ea typeface="Arial" pitchFamily="34" charset="-122"/>
                <a:cs typeface="Arial" pitchFamily="34" charset="-120"/>
              </a:rPr>
              <a:t>IaC</a:t>
            </a:r>
            <a:endParaRPr lang="en-US" sz="2200" dirty="0"/>
          </a:p>
        </p:txBody>
      </p:sp>
      <p:sp>
        <p:nvSpPr>
          <p:cNvPr id="11" name="Text 9"/>
          <p:cNvSpPr/>
          <p:nvPr/>
        </p:nvSpPr>
        <p:spPr>
          <a:xfrm>
            <a:off x="4645152" y="4389120"/>
            <a:ext cx="6537960" cy="868680"/>
          </a:xfrm>
          <a:prstGeom prst="rect">
            <a:avLst/>
          </a:prstGeom>
          <a:noFill/>
          <a:ln/>
        </p:spPr>
        <p:txBody>
          <a:bodyPr wrap="square" lIns="0" tIns="0" rIns="0" bIns="0" rtlCol="0" anchor="ctr"/>
          <a:lstStyle/>
          <a:p>
            <a:pPr indent="0" marL="0">
              <a:buNone/>
            </a:pPr>
            <a:r>
              <a:rPr lang="en-US" sz="2700" dirty="0">
                <a:solidFill>
                  <a:srgbClr val="083E4F"/>
                </a:solidFill>
                <a:latin typeface="Arial" pitchFamily="34" charset="0"/>
                <a:ea typeface="Arial" pitchFamily="34" charset="-122"/>
                <a:cs typeface="Arial" pitchFamily="34" charset="-120"/>
              </a:rPr>
              <a:t>Terraform dominant</a:t>
            </a:r>
            <a:endParaRPr lang="en-US" sz="2700" dirty="0"/>
          </a:p>
          <a:p>
            <a:pPr indent="0" marL="0">
              <a:buNone/>
            </a:pPr>
            <a:r>
              <a:rPr lang="en-US" sz="2700" dirty="0">
                <a:solidFill>
                  <a:srgbClr val="083E4F"/>
                </a:solidFill>
                <a:latin typeface="Arial" pitchFamily="34" charset="0"/>
                <a:ea typeface="Arial" pitchFamily="34" charset="-122"/>
                <a:cs typeface="Arial" pitchFamily="34" charset="-120"/>
              </a:rPr>
              <a:t>About half also use Terragrunt</a:t>
            </a:r>
            <a:endParaRPr lang="en-US" sz="2700" dirty="0"/>
          </a:p>
        </p:txBody>
      </p:sp>
      <p:sp>
        <p:nvSpPr>
          <p:cNvPr id="12" name="Text 10">
            <a:hlinkClick r:id="rId1" tooltip=""/>
          </p:cNvPr>
          <p:cNvSpPr/>
          <p:nvPr/>
        </p:nvSpPr>
        <p:spPr>
          <a:xfrm>
            <a:off x="731520" y="5669280"/>
            <a:ext cx="10607040" cy="365760"/>
          </a:xfrm>
          <a:prstGeom prst="rect">
            <a:avLst/>
          </a:prstGeom>
          <a:noFill/>
          <a:ln/>
        </p:spPr>
        <p:txBody>
          <a:bodyPr wrap="square" lIns="0" tIns="0" rIns="0" bIns="0" rtlCol="0" anchor="ctr"/>
          <a:lstStyle/>
          <a:p>
            <a:pPr indent="0" marL="0">
              <a:buNone/>
            </a:pPr>
            <a:r>
              <a:rPr lang="en-US" sz="2100" u="sng" dirty="0">
                <a:solidFill>
                  <a:srgbClr val="405965"/>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Official results: runatlantis.io/blog</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PROJECT DIRECTION</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Toward Atlantis 1.0.0</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09</a:t>
            </a:r>
            <a:endParaRPr lang="en-US" sz="1200" dirty="0"/>
          </a:p>
        </p:txBody>
      </p:sp>
      <p:sp>
        <p:nvSpPr>
          <p:cNvPr id="5" name="Text 3"/>
          <p:cNvSpPr/>
          <p:nvPr/>
        </p:nvSpPr>
        <p:spPr>
          <a:xfrm>
            <a:off x="731520" y="2331720"/>
            <a:ext cx="10698480" cy="685800"/>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A clearer compatibility contract</a:t>
            </a:r>
            <a:endParaRPr lang="en-US" sz="3600" dirty="0"/>
          </a:p>
        </p:txBody>
      </p:sp>
      <p:sp>
        <p:nvSpPr>
          <p:cNvPr id="6" name="Text 4"/>
          <p:cNvSpPr/>
          <p:nvPr/>
        </p:nvSpPr>
        <p:spPr>
          <a:xfrm>
            <a:off x="731520" y="3611880"/>
            <a:ext cx="4572000" cy="594360"/>
          </a:xfrm>
          <a:prstGeom prst="rect">
            <a:avLst/>
          </a:prstGeom>
          <a:noFill/>
          <a:ln/>
        </p:spPr>
        <p:txBody>
          <a:bodyPr wrap="square" lIns="0" tIns="0" rIns="0" bIns="0" rtlCol="0" anchor="ctr"/>
          <a:lstStyle/>
          <a:p>
            <a:pPr indent="0" marL="0">
              <a:buNone/>
            </a:pPr>
            <a:r>
              <a:rPr lang="en-US" sz="3100" b="1" dirty="0">
                <a:solidFill>
                  <a:srgbClr val="086679"/>
                </a:solidFill>
                <a:latin typeface="Arial" pitchFamily="34" charset="0"/>
                <a:ea typeface="Arial" pitchFamily="34" charset="-122"/>
                <a:cs typeface="Arial" pitchFamily="34" charset="-120"/>
              </a:rPr>
              <a:t>Breaking changes</a:t>
            </a:r>
            <a:endParaRPr lang="en-US" sz="3100" dirty="0"/>
          </a:p>
        </p:txBody>
      </p:sp>
      <p:sp>
        <p:nvSpPr>
          <p:cNvPr id="7" name="Shape 5"/>
          <p:cNvSpPr/>
          <p:nvPr/>
        </p:nvSpPr>
        <p:spPr>
          <a:xfrm>
            <a:off x="5166360" y="3931920"/>
            <a:ext cx="1234440" cy="0"/>
          </a:xfrm>
          <a:prstGeom prst="line">
            <a:avLst/>
          </a:prstGeom>
          <a:noFill/>
          <a:ln w="25400">
            <a:solidFill>
              <a:srgbClr val="086679"/>
            </a:solidFill>
            <a:prstDash val="solid"/>
            <a:headEnd type="none"/>
            <a:tailEnd type="triangle"/>
          </a:ln>
        </p:spPr>
      </p:sp>
      <p:sp>
        <p:nvSpPr>
          <p:cNvPr id="8" name="Text 6"/>
          <p:cNvSpPr/>
          <p:nvPr/>
        </p:nvSpPr>
        <p:spPr>
          <a:xfrm>
            <a:off x="6766560" y="3611880"/>
            <a:ext cx="4617720" cy="594360"/>
          </a:xfrm>
          <a:prstGeom prst="rect">
            <a:avLst/>
          </a:prstGeom>
          <a:noFill/>
          <a:ln/>
        </p:spPr>
        <p:txBody>
          <a:bodyPr wrap="square" lIns="0" tIns="0" rIns="0" bIns="0" rtlCol="0" anchor="ctr"/>
          <a:lstStyle/>
          <a:p>
            <a:pPr indent="0" marL="0">
              <a:buNone/>
            </a:pPr>
            <a:r>
              <a:rPr lang="en-US" sz="3100" b="1" dirty="0">
                <a:solidFill>
                  <a:srgbClr val="086679"/>
                </a:solidFill>
                <a:latin typeface="Arial" pitchFamily="34" charset="0"/>
                <a:ea typeface="Arial" pitchFamily="34" charset="-122"/>
                <a:cs typeface="Arial" pitchFamily="34" charset="-120"/>
              </a:rPr>
              <a:t>Major version</a:t>
            </a:r>
            <a:endParaRPr lang="en-US" sz="3100" dirty="0"/>
          </a:p>
        </p:txBody>
      </p:sp>
      <p:sp>
        <p:nvSpPr>
          <p:cNvPr id="9" name="Text 7"/>
          <p:cNvSpPr/>
          <p:nvPr/>
        </p:nvSpPr>
        <p:spPr>
          <a:xfrm>
            <a:off x="731520" y="4937760"/>
            <a:ext cx="10698480" cy="457200"/>
          </a:xfrm>
          <a:prstGeom prst="rect">
            <a:avLst/>
          </a:prstGeom>
          <a:noFill/>
          <a:ln/>
        </p:spPr>
        <p:txBody>
          <a:bodyPr wrap="square" lIns="0" tIns="0" rIns="0" bIns="0" rtlCol="0" anchor="ctr"/>
          <a:lstStyle/>
          <a:p>
            <a:pPr indent="0" marL="0">
              <a:buNone/>
            </a:pPr>
            <a:r>
              <a:rPr lang="en-US" sz="2600" b="1" dirty="0">
                <a:solidFill>
                  <a:srgbClr val="083E4F"/>
                </a:solidFill>
                <a:latin typeface="Arial" pitchFamily="34" charset="0"/>
                <a:ea typeface="Arial" pitchFamily="34" charset="-122"/>
                <a:cs typeface="Arial" pitchFamily="34" charset="-120"/>
              </a:rPr>
              <a:t>Planning discussion · not released</a:t>
            </a:r>
            <a:endParaRPr lang="en-US" sz="2600" dirty="0"/>
          </a:p>
        </p:txBody>
      </p:sp>
      <p:sp>
        <p:nvSpPr>
          <p:cNvPr id="10" name="Text 8">
            <a:hlinkClick r:id="rId1" tooltip=""/>
          </p:cNvPr>
          <p:cNvSpPr/>
          <p:nvPr/>
        </p:nvSpPr>
        <p:spPr>
          <a:xfrm>
            <a:off x="731520" y="5623560"/>
            <a:ext cx="10698480" cy="365760"/>
          </a:xfrm>
          <a:prstGeom prst="rect">
            <a:avLst/>
          </a:prstGeom>
          <a:noFill/>
          <a:ln/>
        </p:spPr>
        <p:txBody>
          <a:bodyPr wrap="square" lIns="0" tIns="0" rIns="0" bIns="0" rtlCol="0" anchor="ctr"/>
          <a:lstStyle/>
          <a:p>
            <a:pPr indent="0" marL="0">
              <a:buNone/>
            </a:pPr>
            <a:r>
              <a:rPr lang="en-US" sz="2100" u="sng" dirty="0">
                <a:solidFill>
                  <a:srgbClr val="405965"/>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Draft proposal #5296 · release tracking #2496</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OPEN SOURCE · CNCF SANDBOX · APACHE 2.0</a:t>
            </a:r>
            <a:endParaRPr lang="en-US" sz="1600" dirty="0"/>
          </a:p>
        </p:txBody>
      </p:sp>
      <p:sp>
        <p:nvSpPr>
          <p:cNvPr id="3" name="Text 1"/>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10</a:t>
            </a:r>
            <a:endParaRPr lang="en-US" sz="1200" dirty="0"/>
          </a:p>
        </p:txBody>
      </p:sp>
      <p:sp>
        <p:nvSpPr>
          <p:cNvPr id="4" name="Text 2"/>
          <p:cNvSpPr/>
          <p:nvPr/>
        </p:nvSpPr>
        <p:spPr>
          <a:xfrm>
            <a:off x="566928" y="960120"/>
            <a:ext cx="10972800" cy="914400"/>
          </a:xfrm>
          <a:prstGeom prst="rect">
            <a:avLst/>
          </a:prstGeom>
          <a:noFill/>
          <a:ln/>
        </p:spPr>
        <p:txBody>
          <a:bodyPr wrap="square" lIns="0" tIns="0" rIns="0" bIns="0" rtlCol="0" anchor="ctr"/>
          <a:lstStyle/>
          <a:p>
            <a:pPr indent="0" marL="0">
              <a:buNone/>
            </a:pPr>
            <a:r>
              <a:rPr lang="en-US" sz="4400" b="1" dirty="0">
                <a:solidFill>
                  <a:srgbClr val="083E4F"/>
                </a:solidFill>
                <a:latin typeface="Arial" pitchFamily="34" charset="0"/>
                <a:ea typeface="Arial" pitchFamily="34" charset="-122"/>
                <a:cs typeface="Arial" pitchFamily="34" charset="-120"/>
              </a:rPr>
              <a:t>Infrastructure is code.</a:t>
            </a:r>
            <a:endParaRPr lang="en-US" sz="4400" dirty="0"/>
          </a:p>
        </p:txBody>
      </p:sp>
      <p:sp>
        <p:nvSpPr>
          <p:cNvPr id="5" name="Text 3"/>
          <p:cNvSpPr/>
          <p:nvPr/>
        </p:nvSpPr>
        <p:spPr>
          <a:xfrm>
            <a:off x="566928" y="2212848"/>
            <a:ext cx="5212080" cy="2514600"/>
          </a:xfrm>
          <a:prstGeom prst="rect">
            <a:avLst/>
          </a:prstGeom>
          <a:noFill/>
          <a:ln/>
        </p:spPr>
        <p:txBody>
          <a:bodyPr wrap="square" lIns="0" tIns="0" rIns="0" bIns="0" rtlCol="0" anchor="ctr"/>
          <a:lstStyle/>
          <a:p>
            <a:pPr indent="0" marL="0">
              <a:buNone/>
            </a:pPr>
            <a:r>
              <a:rPr lang="en-US" sz="4900" b="1" dirty="0">
                <a:solidFill>
                  <a:srgbClr val="086679"/>
                </a:solidFill>
                <a:latin typeface="Arial" pitchFamily="34" charset="0"/>
                <a:ea typeface="Arial" pitchFamily="34" charset="-122"/>
                <a:cs typeface="Arial" pitchFamily="34" charset="-120"/>
              </a:rPr>
              <a:t>Plan it.</a:t>
            </a:r>
            <a:endParaRPr lang="en-US" sz="4900" dirty="0"/>
          </a:p>
          <a:p>
            <a:pPr indent="0" marL="0">
              <a:buNone/>
            </a:pPr>
            <a:r>
              <a:rPr lang="en-US" sz="4900" b="1" dirty="0">
                <a:solidFill>
                  <a:srgbClr val="086679"/>
                </a:solidFill>
                <a:latin typeface="Arial" pitchFamily="34" charset="0"/>
                <a:ea typeface="Arial" pitchFamily="34" charset="-122"/>
                <a:cs typeface="Arial" pitchFamily="34" charset="-120"/>
              </a:rPr>
              <a:t>Review it.</a:t>
            </a:r>
            <a:endParaRPr lang="en-US" sz="4900" dirty="0"/>
          </a:p>
          <a:p>
            <a:pPr indent="0" marL="0">
              <a:buNone/>
            </a:pPr>
            <a:r>
              <a:rPr lang="en-US" sz="4900" b="1" dirty="0">
                <a:solidFill>
                  <a:srgbClr val="086679"/>
                </a:solidFill>
                <a:latin typeface="Arial" pitchFamily="34" charset="0"/>
                <a:ea typeface="Arial" pitchFamily="34" charset="-122"/>
                <a:cs typeface="Arial" pitchFamily="34" charset="-120"/>
              </a:rPr>
              <a:t>Apply it.</a:t>
            </a:r>
            <a:endParaRPr lang="en-US" sz="4900" dirty="0"/>
          </a:p>
        </p:txBody>
      </p:sp>
      <p:sp>
        <p:nvSpPr>
          <p:cNvPr id="6" name="Text 4"/>
          <p:cNvSpPr/>
          <p:nvPr/>
        </p:nvSpPr>
        <p:spPr>
          <a:xfrm>
            <a:off x="566928" y="5084064"/>
            <a:ext cx="5303520" cy="594360"/>
          </a:xfrm>
          <a:prstGeom prst="rect">
            <a:avLst/>
          </a:prstGeom>
          <a:noFill/>
          <a:ln/>
        </p:spPr>
        <p:txBody>
          <a:bodyPr wrap="square" lIns="0" tIns="0" rIns="0" bIns="0" rtlCol="0" anchor="ctr"/>
          <a:lstStyle/>
          <a:p>
            <a:pPr indent="0" marL="0">
              <a:buNone/>
            </a:pPr>
            <a:r>
              <a:rPr lang="en-US" sz="3000" b="1" dirty="0">
                <a:solidFill>
                  <a:srgbClr val="083E4F"/>
                </a:solidFill>
                <a:latin typeface="Arial" pitchFamily="34" charset="0"/>
                <a:ea typeface="Arial" pitchFamily="34" charset="-122"/>
                <a:cs typeface="Arial" pitchFamily="34" charset="-120"/>
              </a:rPr>
              <a:t>From the pull request.</a:t>
            </a:r>
            <a:endParaRPr lang="en-US" sz="3000" dirty="0"/>
          </a:p>
        </p:txBody>
      </p:sp>
      <p:sp>
        <p:nvSpPr>
          <p:cNvPr id="7" name="Shape 5"/>
          <p:cNvSpPr/>
          <p:nvPr/>
        </p:nvSpPr>
        <p:spPr>
          <a:xfrm>
            <a:off x="5623560" y="2240280"/>
            <a:ext cx="0" cy="3547872"/>
          </a:xfrm>
          <a:prstGeom prst="line">
            <a:avLst/>
          </a:prstGeom>
          <a:noFill/>
          <a:ln w="25400">
            <a:solidFill>
              <a:srgbClr val="A6BAC1"/>
            </a:solidFill>
            <a:prstDash val="solid"/>
            <a:headEnd type="none"/>
            <a:tailEnd type="none"/>
          </a:ln>
        </p:spPr>
      </p:sp>
      <p:sp>
        <p:nvSpPr>
          <p:cNvPr id="8" name="Text 6"/>
          <p:cNvSpPr/>
          <p:nvPr/>
        </p:nvSpPr>
        <p:spPr>
          <a:xfrm>
            <a:off x="5943600" y="2240280"/>
            <a:ext cx="2926080" cy="274320"/>
          </a:xfrm>
          <a:prstGeom prst="rect">
            <a:avLst/>
          </a:prstGeom>
          <a:noFill/>
          <a:ln/>
        </p:spPr>
        <p:txBody>
          <a:bodyPr wrap="square" lIns="0" tIns="0" rIns="0" bIns="0" rtlCol="0" anchor="ctr"/>
          <a:lstStyle/>
          <a:p>
            <a:pPr indent="0" marL="0">
              <a:buNone/>
            </a:pPr>
            <a:r>
              <a:rPr lang="en-US" sz="1800" b="1" dirty="0">
                <a:solidFill>
                  <a:srgbClr val="086679"/>
                </a:solidFill>
                <a:latin typeface="Arial" pitchFamily="34" charset="0"/>
                <a:ea typeface="Arial" pitchFamily="34" charset="-122"/>
                <a:cs typeface="Arial" pitchFamily="34" charset="-120"/>
              </a:rPr>
              <a:t>GET STARTED</a:t>
            </a:r>
            <a:endParaRPr lang="en-US" sz="1800" dirty="0"/>
          </a:p>
        </p:txBody>
      </p:sp>
      <p:sp>
        <p:nvSpPr>
          <p:cNvPr id="9" name="Text 7">
            <a:hlinkClick r:id="rId1" tooltip=""/>
          </p:cNvPr>
          <p:cNvSpPr/>
          <p:nvPr/>
        </p:nvSpPr>
        <p:spPr>
          <a:xfrm>
            <a:off x="5943600" y="2633472"/>
            <a:ext cx="3291840" cy="365760"/>
          </a:xfrm>
          <a:prstGeom prst="rect">
            <a:avLst/>
          </a:prstGeom>
          <a:noFill/>
          <a:ln/>
        </p:spPr>
        <p:txBody>
          <a:bodyPr wrap="square" lIns="0" tIns="0" rIns="0" bIns="0" rtlCol="0" anchor="ctr"/>
          <a:lstStyle/>
          <a:p>
            <a:pPr indent="0" marL="0">
              <a:buNone/>
            </a:pPr>
            <a:r>
              <a:rPr lang="en-US" sz="2300" u="sng" dirty="0">
                <a:solidFill>
                  <a:srgbClr val="083E4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runatlantis.io/docs</a:t>
            </a:r>
            <a:endParaRPr lang="en-US" sz="2300" dirty="0"/>
          </a:p>
        </p:txBody>
      </p:sp>
      <p:sp>
        <p:nvSpPr>
          <p:cNvPr id="10" name="Text 8"/>
          <p:cNvSpPr/>
          <p:nvPr/>
        </p:nvSpPr>
        <p:spPr>
          <a:xfrm>
            <a:off x="5943600" y="3218688"/>
            <a:ext cx="2926080" cy="274320"/>
          </a:xfrm>
          <a:prstGeom prst="rect">
            <a:avLst/>
          </a:prstGeom>
          <a:noFill/>
          <a:ln/>
        </p:spPr>
        <p:txBody>
          <a:bodyPr wrap="square" lIns="0" tIns="0" rIns="0" bIns="0" rtlCol="0" anchor="ctr"/>
          <a:lstStyle/>
          <a:p>
            <a:pPr indent="0" marL="0">
              <a:buNone/>
            </a:pPr>
            <a:r>
              <a:rPr lang="en-US" sz="1800" b="1" dirty="0">
                <a:solidFill>
                  <a:srgbClr val="086679"/>
                </a:solidFill>
                <a:latin typeface="Arial" pitchFamily="34" charset="0"/>
                <a:ea typeface="Arial" pitchFamily="34" charset="-122"/>
                <a:cs typeface="Arial" pitchFamily="34" charset="-120"/>
              </a:rPr>
              <a:t>SOURCE</a:t>
            </a:r>
            <a:endParaRPr lang="en-US" sz="1800" dirty="0"/>
          </a:p>
        </p:txBody>
      </p:sp>
      <p:sp>
        <p:nvSpPr>
          <p:cNvPr id="11" name="Text 9">
            <a:hlinkClick r:id="rId2" tooltip=""/>
          </p:cNvPr>
          <p:cNvSpPr/>
          <p:nvPr/>
        </p:nvSpPr>
        <p:spPr>
          <a:xfrm>
            <a:off x="5943600" y="3566160"/>
            <a:ext cx="3337560" cy="731520"/>
          </a:xfrm>
          <a:prstGeom prst="rect">
            <a:avLst/>
          </a:prstGeom>
          <a:noFill/>
          <a:ln/>
        </p:spPr>
        <p:txBody>
          <a:bodyPr wrap="square" lIns="0" tIns="0" rIns="0" bIns="0" rtlCol="0" anchor="ctr"/>
          <a:lstStyle/>
          <a:p>
            <a:pPr indent="0" marL="0">
              <a:buNone/>
            </a:pPr>
            <a:r>
              <a:rPr lang="en-US" sz="2200" u="sng" dirty="0">
                <a:solidFill>
                  <a:srgbClr val="083E4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t>
            </a:r>
            <a:endParaRPr lang="en-US" sz="2200" dirty="0"/>
          </a:p>
          <a:p>
            <a:pPr indent="0" marL="0">
              <a:buNone/>
            </a:pPr>
            <a:r>
              <a:rPr lang="en-US" sz="2200" u="sng" dirty="0">
                <a:solidFill>
                  <a:srgbClr val="083E4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runatlantis/atlantis</a:t>
            </a:r>
            <a:endParaRPr lang="en-US" sz="2200" dirty="0"/>
          </a:p>
        </p:txBody>
      </p:sp>
      <p:pic>
        <p:nvPicPr>
          <p:cNvPr id="12" name="Image 0" descr="QR code for https://www.runatlantis.io/">
            <a:hlinkClick r:id="rId4" tooltip=""/>
          </p:cNvPr>
          <p:cNvPicPr>
            <a:picLocks noChangeAspect="1"/>
          </p:cNvPicPr>
          <p:nvPr/>
        </p:nvPicPr>
        <p:blipFill>
          <a:blip r:embed="rId3"/>
          <a:stretch>
            <a:fillRect/>
          </a:stretch>
        </p:blipFill>
        <p:spPr>
          <a:xfrm>
            <a:off x="9354312" y="2176272"/>
            <a:ext cx="2176272" cy="2176272"/>
          </a:xfrm>
          <a:prstGeom prst="rect">
            <a:avLst/>
          </a:prstGeom>
        </p:spPr>
      </p:pic>
      <p:sp>
        <p:nvSpPr>
          <p:cNvPr id="13" name="Text 10"/>
          <p:cNvSpPr/>
          <p:nvPr/>
        </p:nvSpPr>
        <p:spPr>
          <a:xfrm>
            <a:off x="5943600" y="4507992"/>
            <a:ext cx="5486400" cy="274320"/>
          </a:xfrm>
          <a:prstGeom prst="rect">
            <a:avLst/>
          </a:prstGeom>
          <a:noFill/>
          <a:ln/>
        </p:spPr>
        <p:txBody>
          <a:bodyPr wrap="square" lIns="0" tIns="0" rIns="0" bIns="0" rtlCol="0" anchor="ctr"/>
          <a:lstStyle/>
          <a:p>
            <a:pPr indent="0" marL="0">
              <a:buNone/>
            </a:pPr>
            <a:r>
              <a:rPr lang="en-US" sz="1800" b="1" dirty="0">
                <a:solidFill>
                  <a:srgbClr val="086679"/>
                </a:solidFill>
                <a:latin typeface="Arial" pitchFamily="34" charset="0"/>
                <a:ea typeface="Arial" pitchFamily="34" charset="-122"/>
                <a:cs typeface="Arial" pitchFamily="34" charset="-120"/>
              </a:rPr>
              <a:t>COMMUNITY</a:t>
            </a:r>
            <a:endParaRPr lang="en-US" sz="1800" dirty="0"/>
          </a:p>
        </p:txBody>
      </p:sp>
      <p:sp>
        <p:nvSpPr>
          <p:cNvPr id="14" name="Text 11"/>
          <p:cNvSpPr/>
          <p:nvPr/>
        </p:nvSpPr>
        <p:spPr>
          <a:xfrm>
            <a:off x="5943600" y="4846320"/>
            <a:ext cx="5486400" cy="320040"/>
          </a:xfrm>
          <a:prstGeom prst="rect">
            <a:avLst/>
          </a:prstGeom>
          <a:noFill/>
          <a:ln/>
        </p:spPr>
        <p:txBody>
          <a:bodyPr wrap="square" lIns="0" tIns="0" rIns="0" bIns="0" rtlCol="0" anchor="ctr"/>
          <a:lstStyle/>
          <a:p>
            <a:pPr indent="0" marL="0">
              <a:buNone/>
            </a:pPr>
            <a:r>
              <a:rPr lang="en-US" sz="2200" dirty="0">
                <a:solidFill>
                  <a:srgbClr val="083E4F"/>
                </a:solidFill>
                <a:latin typeface="Arial" pitchFamily="34" charset="0"/>
                <a:ea typeface="Arial" pitchFamily="34" charset="-122"/>
                <a:cs typeface="Arial" pitchFamily="34" charset="-120"/>
              </a:rPr>
              <a:t>Biweekly · Wed 16:00 UTC</a:t>
            </a:r>
            <a:endParaRPr lang="en-US" sz="2200" dirty="0"/>
          </a:p>
        </p:txBody>
      </p:sp>
      <p:sp>
        <p:nvSpPr>
          <p:cNvPr id="15" name="Text 12">
            <a:hlinkClick r:id="rId5" tooltip=""/>
          </p:cNvPr>
          <p:cNvSpPr/>
          <p:nvPr/>
        </p:nvSpPr>
        <p:spPr>
          <a:xfrm>
            <a:off x="5943600" y="5239512"/>
            <a:ext cx="5577840" cy="320040"/>
          </a:xfrm>
          <a:prstGeom prst="rect">
            <a:avLst/>
          </a:prstGeom>
          <a:noFill/>
          <a:ln/>
        </p:spPr>
        <p:txBody>
          <a:bodyPr wrap="square" lIns="0" tIns="0" rIns="0" bIns="0" rtlCol="0" anchor="ctr"/>
          <a:lstStyle/>
          <a:p>
            <a:pPr indent="0" marL="0">
              <a:buNone/>
            </a:pPr>
            <a:r>
              <a:rPr lang="en-US" sz="2100" u="sng" dirty="0">
                <a:solidFill>
                  <a:srgbClr val="086679"/>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Agenda / notes + add to calendar</a:t>
            </a:r>
            <a:endParaRPr lang="en-US" sz="2100" dirty="0"/>
          </a:p>
        </p:txBody>
      </p:sp>
      <p:sp>
        <p:nvSpPr>
          <p:cNvPr id="16" name="Text 13">
            <a:hlinkClick r:id="rId6" tooltip=""/>
          </p:cNvPr>
          <p:cNvSpPr/>
          <p:nvPr/>
        </p:nvSpPr>
        <p:spPr>
          <a:xfrm>
            <a:off x="566928" y="5815584"/>
            <a:ext cx="10789920" cy="274320"/>
          </a:xfrm>
          <a:prstGeom prst="rect">
            <a:avLst/>
          </a:prstGeom>
          <a:noFill/>
          <a:ln/>
        </p:spPr>
        <p:txBody>
          <a:bodyPr wrap="square" lIns="0" tIns="0" rIns="0" bIns="0" rtlCol="0" anchor="ctr"/>
          <a:lstStyle/>
          <a:p>
            <a:pPr indent="0" marL="0">
              <a:buNone/>
            </a:pPr>
            <a:r>
              <a:rPr lang="en-US" sz="1900" u="sng" dirty="0">
                <a:solidFill>
                  <a:srgbClr val="405965"/>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Project Pavilion · T-10 · Tue 10:30–14:30</a:t>
            </a:r>
            <a:endParaRPr lang="en-US" sz="1900" dirty="0"/>
          </a:p>
        </p:txBody>
      </p:sp>
    </p:spTree>
  </p:cSld>
  <p:clrMapOvr>
    <a:masterClrMapping/>
  </p:clrMapOvr>
</p:sld>
</file>

<file path=ppt/theme/conference_theme1.xml><?xml version="1.0" encoding="utf-8"?>
<a:theme xmlns:a="http://schemas.openxmlformats.org/drawingml/2006/main" name="OSSNA24">
  <a:themeElements>
    <a:clrScheme name="Custom 2">
      <a:dk1>
        <a:srgbClr val="000000"/>
      </a:dk1>
      <a:lt1>
        <a:srgbClr val="FFFFFF"/>
      </a:lt1>
      <a:dk2>
        <a:srgbClr val="000000"/>
      </a:dk2>
      <a:lt2>
        <a:srgbClr val="EEEEEE"/>
      </a:lt2>
      <a:accent1>
        <a:srgbClr val="083E4F"/>
      </a:accent1>
      <a:accent2>
        <a:srgbClr val="262267"/>
      </a:accent2>
      <a:accent3>
        <a:srgbClr val="305BA9"/>
      </a:accent3>
      <a:accent4>
        <a:srgbClr val="B0DDFF"/>
      </a:accent4>
      <a:accent5>
        <a:srgbClr val="FFC217"/>
      </a:accent5>
      <a:accent6>
        <a:srgbClr val="FFA35F"/>
      </a:accent6>
      <a:hlink>
        <a:srgbClr val="FF7F15"/>
      </a:hlink>
      <a:folHlink>
        <a:srgbClr val="FFA3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Atlantis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Lightning Talk: Atlantis: Terraform Pull Request Automation for Cloud Native Teams</dc:title>
  <dc:subject>Five-minute CNCF Project Lightning Talk</dc:subject>
  <dc:creator>Rui Chen</dc:creator>
  <cp:lastModifiedBy>Rui Chen</cp:lastModifiedBy>
  <cp:revision>1</cp:revision>
  <dcterms:created xsi:type="dcterms:W3CDTF">2026-09-08T00:01:48Z</dcterms:created>
  <dcterms:modified xsi:type="dcterms:W3CDTF">2026-09-08T00:01:48Z</dcterms:modified>
</cp:coreProperties>
</file>